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Quattrocento Sans" charset="-122" pitchFamily="34"/>
      <p:regular r:id="rId18"/>
    </p:embeddedFont>
    <p:embeddedFont>
      <p:font typeface="Hedvig Letters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06a942b0d6f5edc064c92b67580f2a41b3465b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12380" b="1238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>
                  <a:alpha val="80000"/>
                </a:srgbClr>
              </a:gs>
              <a:gs pos="50000">
                <a:srgbClr val="1A1A1A">
                  <a:alpha val="90000"/>
                </a:srgbClr>
              </a:gs>
              <a:gs pos="100000">
                <a:srgbClr val="1A1A1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508000"/>
            <a:ext cx="1016000" cy="76200"/>
          </a:xfrm>
          <a:custGeom>
            <a:avLst/>
            <a:gdLst/>
            <a:ahLst/>
            <a:cxnLst/>
            <a:rect l="l" t="t" r="r" b="b"/>
            <a:pathLst>
              <a:path w="1016000" h="76200">
                <a:moveTo>
                  <a:pt x="0" y="0"/>
                </a:moveTo>
                <a:lnTo>
                  <a:pt x="1016000" y="0"/>
                </a:lnTo>
                <a:lnTo>
                  <a:pt x="1016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" name="Shape 2"/>
          <p:cNvSpPr/>
          <p:nvPr/>
        </p:nvSpPr>
        <p:spPr>
          <a:xfrm>
            <a:off x="1676400" y="50800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0" y="0"/>
                </a:moveTo>
                <a:lnTo>
                  <a:pt x="609600" y="0"/>
                </a:lnTo>
                <a:lnTo>
                  <a:pt x="609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6" name="Shape 3"/>
          <p:cNvSpPr/>
          <p:nvPr/>
        </p:nvSpPr>
        <p:spPr>
          <a:xfrm>
            <a:off x="2438400" y="508000"/>
            <a:ext cx="406400" cy="76200"/>
          </a:xfrm>
          <a:custGeom>
            <a:avLst/>
            <a:gdLst/>
            <a:ahLst/>
            <a:cxnLst/>
            <a:rect l="l" t="t" r="r" b="b"/>
            <a:pathLst>
              <a:path w="406400" h="76200">
                <a:moveTo>
                  <a:pt x="0" y="0"/>
                </a:moveTo>
                <a:lnTo>
                  <a:pt x="406400" y="0"/>
                </a:lnTo>
                <a:lnTo>
                  <a:pt x="406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7" name="Shape 4"/>
          <p:cNvSpPr/>
          <p:nvPr/>
        </p:nvSpPr>
        <p:spPr>
          <a:xfrm>
            <a:off x="13824148" y="514350"/>
            <a:ext cx="1917700" cy="571500"/>
          </a:xfrm>
          <a:custGeom>
            <a:avLst/>
            <a:gdLst/>
            <a:ahLst/>
            <a:cxnLst/>
            <a:rect l="l" t="t" r="r" b="b"/>
            <a:pathLst>
              <a:path w="1917700" h="571500">
                <a:moveTo>
                  <a:pt x="101601" y="0"/>
                </a:moveTo>
                <a:lnTo>
                  <a:pt x="1816099" y="0"/>
                </a:lnTo>
                <a:cubicBezTo>
                  <a:pt x="1872212" y="0"/>
                  <a:pt x="1917700" y="45488"/>
                  <a:pt x="1917700" y="101601"/>
                </a:cubicBezTo>
                <a:lnTo>
                  <a:pt x="1917700" y="469899"/>
                </a:lnTo>
                <a:cubicBezTo>
                  <a:pt x="1917700" y="526012"/>
                  <a:pt x="1872212" y="571500"/>
                  <a:pt x="18160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084498" y="673100"/>
            <a:ext cx="15111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226853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100000">
                <a:srgbClr val="9D4EDD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0888" y="2484438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0031" y="267742"/>
                </a:moveTo>
                <a:cubicBezTo>
                  <a:pt x="279127" y="243706"/>
                  <a:pt x="297656" y="207392"/>
                  <a:pt x="297656" y="166688"/>
                </a:cubicBezTo>
                <a:cubicBezTo>
                  <a:pt x="297656" y="94357"/>
                  <a:pt x="239018" y="35719"/>
                  <a:pt x="166688" y="35719"/>
                </a:cubicBezTo>
                <a:cubicBezTo>
                  <a:pt x="94357" y="35719"/>
                  <a:pt x="35719" y="94357"/>
                  <a:pt x="35719" y="166688"/>
                </a:cubicBezTo>
                <a:cubicBezTo>
                  <a:pt x="35719" y="207392"/>
                  <a:pt x="54248" y="243706"/>
                  <a:pt x="83344" y="267742"/>
                </a:cubicBezTo>
                <a:cubicBezTo>
                  <a:pt x="83641" y="280839"/>
                  <a:pt x="85725" y="297805"/>
                  <a:pt x="88106" y="313730"/>
                </a:cubicBezTo>
                <a:cubicBezTo>
                  <a:pt x="35719" y="285676"/>
                  <a:pt x="0" y="230312"/>
                  <a:pt x="0" y="166688"/>
                </a:cubicBezTo>
                <a:cubicBezTo>
                  <a:pt x="0" y="74637"/>
                  <a:pt x="74637" y="0"/>
                  <a:pt x="166688" y="0"/>
                </a:cubicBezTo>
                <a:cubicBezTo>
                  <a:pt x="258738" y="0"/>
                  <a:pt x="333375" y="74637"/>
                  <a:pt x="333375" y="166688"/>
                </a:cubicBezTo>
                <a:cubicBezTo>
                  <a:pt x="333375" y="230386"/>
                  <a:pt x="297656" y="285676"/>
                  <a:pt x="245194" y="313730"/>
                </a:cubicBezTo>
                <a:cubicBezTo>
                  <a:pt x="247650" y="297805"/>
                  <a:pt x="249659" y="280839"/>
                  <a:pt x="249957" y="267742"/>
                </a:cubicBezTo>
                <a:close/>
                <a:moveTo>
                  <a:pt x="239613" y="228005"/>
                </a:moveTo>
                <a:cubicBezTo>
                  <a:pt x="233437" y="218629"/>
                  <a:pt x="225326" y="211931"/>
                  <a:pt x="216991" y="207318"/>
                </a:cubicBezTo>
                <a:cubicBezTo>
                  <a:pt x="215429" y="206499"/>
                  <a:pt x="213866" y="205680"/>
                  <a:pt x="212303" y="204936"/>
                </a:cubicBezTo>
                <a:cubicBezTo>
                  <a:pt x="221010" y="194593"/>
                  <a:pt x="226293" y="181198"/>
                  <a:pt x="226293" y="166613"/>
                </a:cubicBezTo>
                <a:cubicBezTo>
                  <a:pt x="226293" y="133722"/>
                  <a:pt x="199653" y="107082"/>
                  <a:pt x="166762" y="107082"/>
                </a:cubicBezTo>
                <a:cubicBezTo>
                  <a:pt x="133871" y="107082"/>
                  <a:pt x="107231" y="133722"/>
                  <a:pt x="107231" y="166613"/>
                </a:cubicBezTo>
                <a:cubicBezTo>
                  <a:pt x="107231" y="181198"/>
                  <a:pt x="112514" y="194593"/>
                  <a:pt x="121221" y="204936"/>
                </a:cubicBezTo>
                <a:cubicBezTo>
                  <a:pt x="119658" y="205680"/>
                  <a:pt x="118095" y="206425"/>
                  <a:pt x="116532" y="207318"/>
                </a:cubicBezTo>
                <a:cubicBezTo>
                  <a:pt x="108198" y="211931"/>
                  <a:pt x="100087" y="218629"/>
                  <a:pt x="93911" y="228005"/>
                </a:cubicBezTo>
                <a:cubicBezTo>
                  <a:pt x="79921" y="211410"/>
                  <a:pt x="71512" y="190054"/>
                  <a:pt x="71512" y="166688"/>
                </a:cubicBezTo>
                <a:cubicBezTo>
                  <a:pt x="71512" y="114077"/>
                  <a:pt x="114151" y="71438"/>
                  <a:pt x="166762" y="71438"/>
                </a:cubicBezTo>
                <a:cubicBezTo>
                  <a:pt x="219373" y="71438"/>
                  <a:pt x="262012" y="114077"/>
                  <a:pt x="262012" y="166688"/>
                </a:cubicBezTo>
                <a:cubicBezTo>
                  <a:pt x="262012" y="190054"/>
                  <a:pt x="253603" y="211485"/>
                  <a:pt x="239613" y="228005"/>
                </a:cubicBezTo>
                <a:close/>
                <a:moveTo>
                  <a:pt x="166688" y="232172"/>
                </a:moveTo>
                <a:cubicBezTo>
                  <a:pt x="191170" y="232172"/>
                  <a:pt x="214313" y="238571"/>
                  <a:pt x="214313" y="264765"/>
                </a:cubicBezTo>
                <a:cubicBezTo>
                  <a:pt x="214313" y="289322"/>
                  <a:pt x="204713" y="342230"/>
                  <a:pt x="198983" y="363662"/>
                </a:cubicBezTo>
                <a:cubicBezTo>
                  <a:pt x="195188" y="377800"/>
                  <a:pt x="180752" y="381074"/>
                  <a:pt x="166687" y="381074"/>
                </a:cubicBezTo>
                <a:cubicBezTo>
                  <a:pt x="152623" y="381074"/>
                  <a:pt x="138261" y="377800"/>
                  <a:pt x="134392" y="363662"/>
                </a:cubicBezTo>
                <a:cubicBezTo>
                  <a:pt x="128587" y="342454"/>
                  <a:pt x="119062" y="289471"/>
                  <a:pt x="119062" y="264840"/>
                </a:cubicBezTo>
                <a:cubicBezTo>
                  <a:pt x="119062" y="238720"/>
                  <a:pt x="142205" y="232246"/>
                  <a:pt x="166687" y="232246"/>
                </a:cubicBezTo>
                <a:close/>
                <a:moveTo>
                  <a:pt x="166688" y="136922"/>
                </a:moveTo>
                <a:cubicBezTo>
                  <a:pt x="183116" y="136922"/>
                  <a:pt x="196453" y="150259"/>
                  <a:pt x="196453" y="166688"/>
                </a:cubicBezTo>
                <a:cubicBezTo>
                  <a:pt x="196453" y="183116"/>
                  <a:pt x="183116" y="196453"/>
                  <a:pt x="166688" y="196453"/>
                </a:cubicBezTo>
                <a:cubicBezTo>
                  <a:pt x="150259" y="196453"/>
                  <a:pt x="136922" y="183116"/>
                  <a:pt x="136922" y="166688"/>
                </a:cubicBezTo>
                <a:cubicBezTo>
                  <a:pt x="136922" y="150259"/>
                  <a:pt x="150259" y="136922"/>
                  <a:pt x="166688" y="1369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574800" y="2166938"/>
            <a:ext cx="51689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8000" b="1" spc="-200" kern="0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Podcast AI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8000" y="3487738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gradFill rotWithShape="1" flip="none">
                  <a:gsLst>
                    <a:gs pos="0">
                      <a:srgbClr val="00D4FF"/>
                    </a:gs>
                    <a:gs pos="50000">
                      <a:srgbClr val="9D4EDD"/>
                    </a:gs>
                    <a:gs pos="100000">
                      <a:srgbClr val="32FF7D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8000" y="48085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Unlocking Insights from Audio with Local Artificial Intelligence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8000" y="59356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30250" y="6138863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1422400" y="5935663"/>
            <a:ext cx="280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70" kern="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22400" y="6240463"/>
            <a:ext cx="287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Mohd Farrakh Nizam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49775" y="5935663"/>
            <a:ext cx="12700" cy="711200"/>
          </a:xfrm>
          <a:custGeom>
            <a:avLst/>
            <a:gdLst/>
            <a:ahLst/>
            <a:cxnLst/>
            <a:rect l="l" t="t" r="r" b="b"/>
            <a:pathLst>
              <a:path w="12700" h="711200">
                <a:moveTo>
                  <a:pt x="0" y="0"/>
                </a:moveTo>
                <a:lnTo>
                  <a:pt x="12700" y="0"/>
                </a:lnTo>
                <a:lnTo>
                  <a:pt x="12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968875" y="59356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172075" y="61388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21" name="Text 18"/>
          <p:cNvSpPr/>
          <p:nvPr/>
        </p:nvSpPr>
        <p:spPr>
          <a:xfrm>
            <a:off x="5883275" y="5961063"/>
            <a:ext cx="313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70" kern="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883275" y="6265863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farrakhnizam90@gmail.com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332648" y="5935663"/>
            <a:ext cx="12700" cy="711200"/>
          </a:xfrm>
          <a:custGeom>
            <a:avLst/>
            <a:gdLst/>
            <a:ahLst/>
            <a:cxnLst/>
            <a:rect l="l" t="t" r="r" b="b"/>
            <a:pathLst>
              <a:path w="12700" h="711200">
                <a:moveTo>
                  <a:pt x="0" y="0"/>
                </a:moveTo>
                <a:lnTo>
                  <a:pt x="12700" y="0"/>
                </a:lnTo>
                <a:lnTo>
                  <a:pt x="12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751748" y="593566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954948" y="61388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3525" y="236577"/>
                </a:moveTo>
                <a:cubicBezTo>
                  <a:pt x="103525" y="237768"/>
                  <a:pt x="102156" y="238720"/>
                  <a:pt x="100429" y="238720"/>
                </a:cubicBezTo>
                <a:cubicBezTo>
                  <a:pt x="98465" y="238899"/>
                  <a:pt x="97095" y="237946"/>
                  <a:pt x="97095" y="236577"/>
                </a:cubicBezTo>
                <a:cubicBezTo>
                  <a:pt x="97095" y="235387"/>
                  <a:pt x="98465" y="234434"/>
                  <a:pt x="100191" y="234434"/>
                </a:cubicBezTo>
                <a:cubicBezTo>
                  <a:pt x="101977" y="234255"/>
                  <a:pt x="103525" y="235208"/>
                  <a:pt x="103525" y="236577"/>
                </a:cubicBezTo>
                <a:close/>
                <a:moveTo>
                  <a:pt x="85011" y="233898"/>
                </a:moveTo>
                <a:cubicBezTo>
                  <a:pt x="84594" y="235089"/>
                  <a:pt x="85785" y="236458"/>
                  <a:pt x="87570" y="236815"/>
                </a:cubicBezTo>
                <a:cubicBezTo>
                  <a:pt x="89118" y="237411"/>
                  <a:pt x="90904" y="236815"/>
                  <a:pt x="91261" y="235625"/>
                </a:cubicBezTo>
                <a:cubicBezTo>
                  <a:pt x="91619" y="234434"/>
                  <a:pt x="90488" y="233065"/>
                  <a:pt x="88702" y="232529"/>
                </a:cubicBezTo>
                <a:cubicBezTo>
                  <a:pt x="87154" y="232112"/>
                  <a:pt x="85427" y="232708"/>
                  <a:pt x="85011" y="233898"/>
                </a:cubicBezTo>
                <a:close/>
                <a:moveTo>
                  <a:pt x="111323" y="232886"/>
                </a:moveTo>
                <a:cubicBezTo>
                  <a:pt x="109597" y="233303"/>
                  <a:pt x="108406" y="234434"/>
                  <a:pt x="108585" y="235803"/>
                </a:cubicBezTo>
                <a:cubicBezTo>
                  <a:pt x="108764" y="236994"/>
                  <a:pt x="110311" y="237768"/>
                  <a:pt x="112097" y="237351"/>
                </a:cubicBezTo>
                <a:cubicBezTo>
                  <a:pt x="113824" y="236934"/>
                  <a:pt x="115014" y="235803"/>
                  <a:pt x="114836" y="234613"/>
                </a:cubicBezTo>
                <a:cubicBezTo>
                  <a:pt x="114657" y="233482"/>
                  <a:pt x="113050" y="232708"/>
                  <a:pt x="111323" y="232886"/>
                </a:cubicBezTo>
                <a:close/>
                <a:moveTo>
                  <a:pt x="150495" y="4763"/>
                </a:moveTo>
                <a:cubicBezTo>
                  <a:pt x="67925" y="4763"/>
                  <a:pt x="4763" y="67449"/>
                  <a:pt x="4763" y="150019"/>
                </a:cubicBezTo>
                <a:cubicBezTo>
                  <a:pt x="4763" y="216039"/>
                  <a:pt x="46315" y="272534"/>
                  <a:pt x="105668" y="292418"/>
                </a:cubicBezTo>
                <a:cubicBezTo>
                  <a:pt x="113288" y="293787"/>
                  <a:pt x="115967" y="289084"/>
                  <a:pt x="115967" y="285214"/>
                </a:cubicBezTo>
                <a:cubicBezTo>
                  <a:pt x="115967" y="281523"/>
                  <a:pt x="115788" y="261164"/>
                  <a:pt x="115788" y="248662"/>
                </a:cubicBezTo>
                <a:cubicBezTo>
                  <a:pt x="115788" y="248662"/>
                  <a:pt x="74116" y="257592"/>
                  <a:pt x="65365" y="230922"/>
                </a:cubicBezTo>
                <a:cubicBezTo>
                  <a:pt x="65365" y="230922"/>
                  <a:pt x="58579" y="213598"/>
                  <a:pt x="48816" y="209133"/>
                </a:cubicBezTo>
                <a:cubicBezTo>
                  <a:pt x="48816" y="209133"/>
                  <a:pt x="35183" y="199787"/>
                  <a:pt x="49768" y="199965"/>
                </a:cubicBezTo>
                <a:cubicBezTo>
                  <a:pt x="49768" y="199965"/>
                  <a:pt x="64591" y="201156"/>
                  <a:pt x="72747" y="215325"/>
                </a:cubicBezTo>
                <a:cubicBezTo>
                  <a:pt x="85785" y="238304"/>
                  <a:pt x="107633" y="231696"/>
                  <a:pt x="116145" y="227767"/>
                </a:cubicBezTo>
                <a:cubicBezTo>
                  <a:pt x="117515" y="218242"/>
                  <a:pt x="121384" y="211634"/>
                  <a:pt x="125670" y="207705"/>
                </a:cubicBezTo>
                <a:cubicBezTo>
                  <a:pt x="92393" y="204014"/>
                  <a:pt x="58817" y="199192"/>
                  <a:pt x="58817" y="141923"/>
                </a:cubicBezTo>
                <a:cubicBezTo>
                  <a:pt x="58817" y="125551"/>
                  <a:pt x="63341" y="117336"/>
                  <a:pt x="72866" y="106859"/>
                </a:cubicBezTo>
                <a:cubicBezTo>
                  <a:pt x="71318" y="102989"/>
                  <a:pt x="66258" y="87035"/>
                  <a:pt x="74414" y="66437"/>
                </a:cubicBezTo>
                <a:cubicBezTo>
                  <a:pt x="86856" y="62567"/>
                  <a:pt x="115491" y="82510"/>
                  <a:pt x="115491" y="82510"/>
                </a:cubicBezTo>
                <a:cubicBezTo>
                  <a:pt x="127397" y="79177"/>
                  <a:pt x="140196" y="77450"/>
                  <a:pt x="152876" y="77450"/>
                </a:cubicBezTo>
                <a:cubicBezTo>
                  <a:pt x="165556" y="77450"/>
                  <a:pt x="178356" y="79177"/>
                  <a:pt x="190262" y="82510"/>
                </a:cubicBezTo>
                <a:cubicBezTo>
                  <a:pt x="190262" y="82510"/>
                  <a:pt x="218896" y="62508"/>
                  <a:pt x="231338" y="66437"/>
                </a:cubicBezTo>
                <a:cubicBezTo>
                  <a:pt x="239494" y="87094"/>
                  <a:pt x="234434" y="102989"/>
                  <a:pt x="232886" y="106859"/>
                </a:cubicBezTo>
                <a:cubicBezTo>
                  <a:pt x="242411" y="117396"/>
                  <a:pt x="248245" y="125611"/>
                  <a:pt x="248245" y="141923"/>
                </a:cubicBezTo>
                <a:cubicBezTo>
                  <a:pt x="248245" y="199370"/>
                  <a:pt x="213181" y="203954"/>
                  <a:pt x="179903" y="207705"/>
                </a:cubicBezTo>
                <a:cubicBezTo>
                  <a:pt x="185380" y="212407"/>
                  <a:pt x="190024" y="221337"/>
                  <a:pt x="190024" y="235327"/>
                </a:cubicBezTo>
                <a:cubicBezTo>
                  <a:pt x="190024" y="255389"/>
                  <a:pt x="189845" y="280214"/>
                  <a:pt x="189845" y="285095"/>
                </a:cubicBezTo>
                <a:cubicBezTo>
                  <a:pt x="189845" y="288965"/>
                  <a:pt x="192584" y="293668"/>
                  <a:pt x="200144" y="292298"/>
                </a:cubicBezTo>
                <a:cubicBezTo>
                  <a:pt x="259675" y="272534"/>
                  <a:pt x="300038" y="216039"/>
                  <a:pt x="300038" y="150019"/>
                </a:cubicBezTo>
                <a:cubicBezTo>
                  <a:pt x="300038" y="67449"/>
                  <a:pt x="233065" y="4763"/>
                  <a:pt x="150495" y="4763"/>
                </a:cubicBezTo>
                <a:close/>
                <a:moveTo>
                  <a:pt x="62627" y="210086"/>
                </a:moveTo>
                <a:cubicBezTo>
                  <a:pt x="61853" y="210681"/>
                  <a:pt x="62032" y="212050"/>
                  <a:pt x="63044" y="213181"/>
                </a:cubicBezTo>
                <a:cubicBezTo>
                  <a:pt x="63996" y="214134"/>
                  <a:pt x="65365" y="214551"/>
                  <a:pt x="66139" y="213777"/>
                </a:cubicBezTo>
                <a:cubicBezTo>
                  <a:pt x="66913" y="213181"/>
                  <a:pt x="66735" y="211812"/>
                  <a:pt x="65723" y="210681"/>
                </a:cubicBezTo>
                <a:cubicBezTo>
                  <a:pt x="64770" y="209729"/>
                  <a:pt x="63401" y="209312"/>
                  <a:pt x="62627" y="210086"/>
                </a:cubicBezTo>
                <a:close/>
                <a:moveTo>
                  <a:pt x="56198" y="205264"/>
                </a:moveTo>
                <a:cubicBezTo>
                  <a:pt x="55781" y="206038"/>
                  <a:pt x="56376" y="206990"/>
                  <a:pt x="57567" y="207585"/>
                </a:cubicBezTo>
                <a:cubicBezTo>
                  <a:pt x="58519" y="208181"/>
                  <a:pt x="59710" y="208002"/>
                  <a:pt x="60127" y="207169"/>
                </a:cubicBezTo>
                <a:cubicBezTo>
                  <a:pt x="60543" y="206395"/>
                  <a:pt x="59948" y="205442"/>
                  <a:pt x="58757" y="204847"/>
                </a:cubicBezTo>
                <a:cubicBezTo>
                  <a:pt x="57567" y="204490"/>
                  <a:pt x="56614" y="204668"/>
                  <a:pt x="56198" y="205264"/>
                </a:cubicBezTo>
                <a:close/>
                <a:moveTo>
                  <a:pt x="75486" y="226457"/>
                </a:moveTo>
                <a:cubicBezTo>
                  <a:pt x="74533" y="227231"/>
                  <a:pt x="74890" y="229017"/>
                  <a:pt x="76260" y="230148"/>
                </a:cubicBezTo>
                <a:cubicBezTo>
                  <a:pt x="77629" y="231517"/>
                  <a:pt x="79355" y="231696"/>
                  <a:pt x="80129" y="230743"/>
                </a:cubicBezTo>
                <a:cubicBezTo>
                  <a:pt x="80903" y="229969"/>
                  <a:pt x="80546" y="228183"/>
                  <a:pt x="79355" y="227052"/>
                </a:cubicBezTo>
                <a:cubicBezTo>
                  <a:pt x="78045" y="225683"/>
                  <a:pt x="76260" y="225504"/>
                  <a:pt x="75486" y="226457"/>
                </a:cubicBezTo>
                <a:close/>
                <a:moveTo>
                  <a:pt x="68699" y="217706"/>
                </a:moveTo>
                <a:cubicBezTo>
                  <a:pt x="67747" y="218301"/>
                  <a:pt x="67747" y="219849"/>
                  <a:pt x="68699" y="221218"/>
                </a:cubicBezTo>
                <a:cubicBezTo>
                  <a:pt x="69652" y="222587"/>
                  <a:pt x="71259" y="223183"/>
                  <a:pt x="72033" y="222587"/>
                </a:cubicBezTo>
                <a:cubicBezTo>
                  <a:pt x="72985" y="221813"/>
                  <a:pt x="72985" y="220266"/>
                  <a:pt x="72033" y="218896"/>
                </a:cubicBezTo>
                <a:cubicBezTo>
                  <a:pt x="71199" y="217527"/>
                  <a:pt x="69652" y="216932"/>
                  <a:pt x="68699" y="217706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26" name="Text 23"/>
          <p:cNvSpPr/>
          <p:nvPr/>
        </p:nvSpPr>
        <p:spPr>
          <a:xfrm>
            <a:off x="10666148" y="5961063"/>
            <a:ext cx="349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70" kern="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666148" y="6265863"/>
            <a:ext cx="353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github.com/mohdfarrakhnizam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8000" y="8432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9" name="Shape 26"/>
          <p:cNvSpPr/>
          <p:nvPr/>
        </p:nvSpPr>
        <p:spPr>
          <a:xfrm>
            <a:off x="711200" y="8432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30" name="Shape 27"/>
          <p:cNvSpPr/>
          <p:nvPr/>
        </p:nvSpPr>
        <p:spPr>
          <a:xfrm>
            <a:off x="914400" y="8432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1" name="Text 28"/>
          <p:cNvSpPr/>
          <p:nvPr/>
        </p:nvSpPr>
        <p:spPr>
          <a:xfrm>
            <a:off x="14171349" y="83312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160" kern="0" dirty="0">
                <a:solidFill>
                  <a:srgbClr val="F5F5F5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8128000" cy="9144000"/>
          </a:xfrm>
          <a:custGeom>
            <a:avLst/>
            <a:gdLst/>
            <a:ahLst/>
            <a:cxnLst/>
            <a:rect l="l" t="t" r="r" b="b"/>
            <a:pathLst>
              <a:path w="8128000" h="9144000">
                <a:moveTo>
                  <a:pt x="0" y="0"/>
                </a:moveTo>
                <a:lnTo>
                  <a:pt x="8128000" y="0"/>
                </a:lnTo>
                <a:lnTo>
                  <a:pt x="812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508000"/>
            <a:ext cx="9994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Problem: Audio is a "Black Box"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2400" y="1320800"/>
            <a:ext cx="981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9D4E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is analyzing audio so difficult?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9D4ED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33400" y="1981200"/>
            <a:ext cx="7518400" cy="2362200"/>
          </a:xfrm>
          <a:custGeom>
            <a:avLst/>
            <a:gdLst/>
            <a:ahLst/>
            <a:cxnLst/>
            <a:rect l="l" t="t" r="r" b="b"/>
            <a:pathLst>
              <a:path w="7518400" h="2362200">
                <a:moveTo>
                  <a:pt x="50800" y="0"/>
                </a:moveTo>
                <a:lnTo>
                  <a:pt x="7365991" y="0"/>
                </a:lnTo>
                <a:cubicBezTo>
                  <a:pt x="7450108" y="0"/>
                  <a:pt x="7518400" y="68292"/>
                  <a:pt x="7518400" y="152409"/>
                </a:cubicBezTo>
                <a:lnTo>
                  <a:pt x="7518400" y="2209791"/>
                </a:lnTo>
                <a:cubicBezTo>
                  <a:pt x="7518400" y="2293964"/>
                  <a:pt x="7450164" y="2362200"/>
                  <a:pt x="7365991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1A1A1A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3400" y="19812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5200" y="238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12" name="Text 10"/>
          <p:cNvSpPr/>
          <p:nvPr/>
        </p:nvSpPr>
        <p:spPr>
          <a:xfrm>
            <a:off x="1676400" y="2184400"/>
            <a:ext cx="632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Time-Consuming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76400" y="2692400"/>
            <a:ext cx="627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audio analysis requires listening to every second of content. A 1-hour episode demands a full hour of listening time.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82750" y="3460750"/>
            <a:ext cx="6159500" cy="673100"/>
          </a:xfrm>
          <a:custGeom>
            <a:avLst/>
            <a:gdLst/>
            <a:ahLst/>
            <a:cxnLst/>
            <a:rect l="l" t="t" r="r" b="b"/>
            <a:pathLst>
              <a:path w="6159500" h="673100">
                <a:moveTo>
                  <a:pt x="101598" y="0"/>
                </a:moveTo>
                <a:lnTo>
                  <a:pt x="6057902" y="0"/>
                </a:lnTo>
                <a:cubicBezTo>
                  <a:pt x="6114013" y="0"/>
                  <a:pt x="6159500" y="45487"/>
                  <a:pt x="6159500" y="101598"/>
                </a:cubicBezTo>
                <a:lnTo>
                  <a:pt x="6159500" y="571502"/>
                </a:lnTo>
                <a:cubicBezTo>
                  <a:pt x="6159500" y="627613"/>
                  <a:pt x="6114013" y="673100"/>
                  <a:pt x="60579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9D4EDD">
              <a:alpha val="10196"/>
            </a:srgbClr>
          </a:solidFill>
          <a:ln w="12700">
            <a:solidFill>
              <a:srgbClr val="9D4EDD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2300" y="3568700"/>
            <a:ext cx="69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1hr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53362" y="3644900"/>
            <a:ext cx="73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=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43672" y="3568700"/>
            <a:ext cx="69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1hr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04733" y="36449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4445000"/>
            <a:ext cx="7518400" cy="2311400"/>
          </a:xfrm>
          <a:custGeom>
            <a:avLst/>
            <a:gdLst/>
            <a:ahLst/>
            <a:cxnLst/>
            <a:rect l="l" t="t" r="r" b="b"/>
            <a:pathLst>
              <a:path w="7518400" h="2311400">
                <a:moveTo>
                  <a:pt x="50800" y="0"/>
                </a:moveTo>
                <a:lnTo>
                  <a:pt x="7366009" y="0"/>
                </a:lnTo>
                <a:cubicBezTo>
                  <a:pt x="7450172" y="0"/>
                  <a:pt x="7518400" y="68228"/>
                  <a:pt x="7518400" y="152391"/>
                </a:cubicBezTo>
                <a:lnTo>
                  <a:pt x="7518400" y="2159009"/>
                </a:lnTo>
                <a:cubicBezTo>
                  <a:pt x="7518400" y="2243172"/>
                  <a:pt x="7450172" y="2311400"/>
                  <a:pt x="7366009" y="2311400"/>
                </a:cubicBezTo>
                <a:lnTo>
                  <a:pt x="50800" y="2311400"/>
                </a:lnTo>
                <a:cubicBezTo>
                  <a:pt x="22763" y="2311400"/>
                  <a:pt x="0" y="2288637"/>
                  <a:pt x="0" y="2260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1A1A1A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3400" y="4445000"/>
            <a:ext cx="50800" cy="2311400"/>
          </a:xfrm>
          <a:custGeom>
            <a:avLst/>
            <a:gdLst/>
            <a:ahLst/>
            <a:cxnLst/>
            <a:rect l="l" t="t" r="r" b="b"/>
            <a:pathLst>
              <a:path w="50800" h="2311400">
                <a:moveTo>
                  <a:pt x="50800" y="0"/>
                </a:moveTo>
                <a:lnTo>
                  <a:pt x="50800" y="0"/>
                </a:lnTo>
                <a:lnTo>
                  <a:pt x="50800" y="2311400"/>
                </a:lnTo>
                <a:lnTo>
                  <a:pt x="50800" y="2311400"/>
                </a:lnTo>
                <a:cubicBezTo>
                  <a:pt x="22763" y="2311400"/>
                  <a:pt x="0" y="2288637"/>
                  <a:pt x="0" y="2260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4648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5200" y="485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676400" y="4648200"/>
            <a:ext cx="632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Unsearchable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76400" y="5156200"/>
            <a:ext cx="627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files lack the ability for quick text searching. Finding specific topics requires manual scrubbing.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682750" y="5924550"/>
            <a:ext cx="6159500" cy="622300"/>
          </a:xfrm>
          <a:custGeom>
            <a:avLst/>
            <a:gdLst/>
            <a:ahLst/>
            <a:cxnLst/>
            <a:rect l="l" t="t" r="r" b="b"/>
            <a:pathLst>
              <a:path w="6159500" h="622300">
                <a:moveTo>
                  <a:pt x="101603" y="0"/>
                </a:moveTo>
                <a:lnTo>
                  <a:pt x="6057897" y="0"/>
                </a:lnTo>
                <a:cubicBezTo>
                  <a:pt x="6114011" y="0"/>
                  <a:pt x="6159500" y="45489"/>
                  <a:pt x="6159500" y="101603"/>
                </a:cubicBezTo>
                <a:lnTo>
                  <a:pt x="6159500" y="520697"/>
                </a:lnTo>
                <a:cubicBezTo>
                  <a:pt x="6159500" y="576811"/>
                  <a:pt x="6114011" y="622300"/>
                  <a:pt x="6057897" y="622300"/>
                </a:cubicBezTo>
                <a:lnTo>
                  <a:pt x="101603" y="622300"/>
                </a:lnTo>
                <a:cubicBezTo>
                  <a:pt x="45489" y="622300"/>
                  <a:pt x="0" y="576811"/>
                  <a:pt x="0" y="520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92300" y="6057900"/>
            <a:ext cx="82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54313" y="6032500"/>
            <a:ext cx="1231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"Ctrl+F"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82972" y="60579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MP3 file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6858000"/>
            <a:ext cx="7518400" cy="2260600"/>
          </a:xfrm>
          <a:custGeom>
            <a:avLst/>
            <a:gdLst/>
            <a:ahLst/>
            <a:cxnLst/>
            <a:rect l="l" t="t" r="r" b="b"/>
            <a:pathLst>
              <a:path w="7518400" h="2260600">
                <a:moveTo>
                  <a:pt x="50800" y="0"/>
                </a:moveTo>
                <a:lnTo>
                  <a:pt x="7365990" y="0"/>
                </a:lnTo>
                <a:cubicBezTo>
                  <a:pt x="7450164" y="0"/>
                  <a:pt x="7518400" y="68236"/>
                  <a:pt x="7518400" y="152410"/>
                </a:cubicBezTo>
                <a:lnTo>
                  <a:pt x="7518400" y="2108190"/>
                </a:lnTo>
                <a:cubicBezTo>
                  <a:pt x="7518400" y="2192364"/>
                  <a:pt x="7450164" y="2260600"/>
                  <a:pt x="7365990" y="2260600"/>
                </a:cubicBezTo>
                <a:lnTo>
                  <a:pt x="50800" y="2260600"/>
                </a:lnTo>
                <a:cubicBezTo>
                  <a:pt x="22763" y="2260600"/>
                  <a:pt x="0" y="2237837"/>
                  <a:pt x="0" y="2209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1A1A1A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3400" y="6858000"/>
            <a:ext cx="50800" cy="2260600"/>
          </a:xfrm>
          <a:custGeom>
            <a:avLst/>
            <a:gdLst/>
            <a:ahLst/>
            <a:cxnLst/>
            <a:rect l="l" t="t" r="r" b="b"/>
            <a:pathLst>
              <a:path w="50800" h="2260600">
                <a:moveTo>
                  <a:pt x="50800" y="0"/>
                </a:moveTo>
                <a:lnTo>
                  <a:pt x="50800" y="0"/>
                </a:lnTo>
                <a:lnTo>
                  <a:pt x="50800" y="2260600"/>
                </a:lnTo>
                <a:lnTo>
                  <a:pt x="50800" y="2260600"/>
                </a:lnTo>
                <a:cubicBezTo>
                  <a:pt x="22763" y="2260600"/>
                  <a:pt x="0" y="2237837"/>
                  <a:pt x="0" y="2209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7061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65200" y="726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3" name="Text 31"/>
          <p:cNvSpPr/>
          <p:nvPr/>
        </p:nvSpPr>
        <p:spPr>
          <a:xfrm>
            <a:off x="1676400" y="7061200"/>
            <a:ext cx="632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Risks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76400" y="7569200"/>
            <a:ext cx="627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transcription services require uploading sensitive audio content to external servers.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682750" y="8337550"/>
            <a:ext cx="6159500" cy="571500"/>
          </a:xfrm>
          <a:custGeom>
            <a:avLst/>
            <a:gdLst/>
            <a:ahLst/>
            <a:cxnLst/>
            <a:rect l="l" t="t" r="r" b="b"/>
            <a:pathLst>
              <a:path w="6159500" h="571500">
                <a:moveTo>
                  <a:pt x="101601" y="0"/>
                </a:moveTo>
                <a:lnTo>
                  <a:pt x="6057899" y="0"/>
                </a:lnTo>
                <a:cubicBezTo>
                  <a:pt x="6114012" y="0"/>
                  <a:pt x="6159500" y="45488"/>
                  <a:pt x="6159500" y="101601"/>
                </a:cubicBezTo>
                <a:lnTo>
                  <a:pt x="6159500" y="469899"/>
                </a:lnTo>
                <a:cubicBezTo>
                  <a:pt x="6159500" y="526012"/>
                  <a:pt x="6114012" y="571500"/>
                  <a:pt x="60578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32FF7D">
              <a:alpha val="10196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92300" y="8445500"/>
            <a:ext cx="97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892756" y="8496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82848" y="82848"/>
                </a:moveTo>
                <a:cubicBezTo>
                  <a:pt x="87511" y="78184"/>
                  <a:pt x="95052" y="78184"/>
                  <a:pt x="99665" y="82848"/>
                </a:cubicBezTo>
                <a:lnTo>
                  <a:pt x="126950" y="110133"/>
                </a:lnTo>
                <a:lnTo>
                  <a:pt x="154236" y="82848"/>
                </a:lnTo>
                <a:cubicBezTo>
                  <a:pt x="158899" y="78184"/>
                  <a:pt x="166439" y="78184"/>
                  <a:pt x="171053" y="82848"/>
                </a:cubicBezTo>
                <a:cubicBezTo>
                  <a:pt x="175667" y="87511"/>
                  <a:pt x="175716" y="95052"/>
                  <a:pt x="171053" y="99665"/>
                </a:cubicBezTo>
                <a:lnTo>
                  <a:pt x="143768" y="126950"/>
                </a:lnTo>
                <a:lnTo>
                  <a:pt x="171053" y="154236"/>
                </a:lnTo>
                <a:cubicBezTo>
                  <a:pt x="175716" y="158899"/>
                  <a:pt x="175716" y="166439"/>
                  <a:pt x="171053" y="171053"/>
                </a:cubicBezTo>
                <a:cubicBezTo>
                  <a:pt x="166390" y="175667"/>
                  <a:pt x="158849" y="175716"/>
                  <a:pt x="154236" y="171053"/>
                </a:cubicBezTo>
                <a:lnTo>
                  <a:pt x="126950" y="143768"/>
                </a:lnTo>
                <a:lnTo>
                  <a:pt x="99665" y="171053"/>
                </a:lnTo>
                <a:cubicBezTo>
                  <a:pt x="95002" y="175716"/>
                  <a:pt x="87461" y="175716"/>
                  <a:pt x="82848" y="171053"/>
                </a:cubicBezTo>
                <a:cubicBezTo>
                  <a:pt x="78234" y="166390"/>
                  <a:pt x="78184" y="158849"/>
                  <a:pt x="82848" y="154236"/>
                </a:cubicBezTo>
                <a:lnTo>
                  <a:pt x="110133" y="126950"/>
                </a:lnTo>
                <a:lnTo>
                  <a:pt x="82848" y="99665"/>
                </a:lnTo>
                <a:cubicBezTo>
                  <a:pt x="78184" y="95002"/>
                  <a:pt x="78184" y="87461"/>
                  <a:pt x="82848" y="82848"/>
                </a:cubicBezTo>
                <a:close/>
              </a:path>
            </a:pathLst>
          </a:custGeom>
          <a:solidFill>
            <a:srgbClr val="F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3280106" y="8445500"/>
            <a:ext cx="97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Cloud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3400" y="9220200"/>
            <a:ext cx="7518400" cy="2057400"/>
          </a:xfrm>
          <a:custGeom>
            <a:avLst/>
            <a:gdLst/>
            <a:ahLst/>
            <a:cxnLst/>
            <a:rect l="l" t="t" r="r" b="b"/>
            <a:pathLst>
              <a:path w="7518400" h="2057400">
                <a:moveTo>
                  <a:pt x="50800" y="0"/>
                </a:moveTo>
                <a:lnTo>
                  <a:pt x="7366008" y="0"/>
                </a:lnTo>
                <a:cubicBezTo>
                  <a:pt x="7450172" y="0"/>
                  <a:pt x="7518400" y="68228"/>
                  <a:pt x="7518400" y="152392"/>
                </a:cubicBezTo>
                <a:lnTo>
                  <a:pt x="7518400" y="1905008"/>
                </a:lnTo>
                <a:cubicBezTo>
                  <a:pt x="7518400" y="1989172"/>
                  <a:pt x="7450172" y="2057400"/>
                  <a:pt x="7366008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1A1A1A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3400" y="92202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" y="9423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65200" y="962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3" name="Text 41"/>
          <p:cNvSpPr/>
          <p:nvPr/>
        </p:nvSpPr>
        <p:spPr>
          <a:xfrm>
            <a:off x="1676400" y="9423400"/>
            <a:ext cx="632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Context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676400" y="9931400"/>
            <a:ext cx="627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Plain text transcriptions lose the emotional arc and sentiment nuances of spoken content.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682750" y="10699750"/>
            <a:ext cx="1600200" cy="368300"/>
          </a:xfrm>
          <a:custGeom>
            <a:avLst/>
            <a:gdLst/>
            <a:ahLst/>
            <a:cxnLst/>
            <a:rect l="l" t="t" r="r" b="b"/>
            <a:pathLst>
              <a:path w="1600200" h="368300">
                <a:moveTo>
                  <a:pt x="184150" y="0"/>
                </a:moveTo>
                <a:lnTo>
                  <a:pt x="1416050" y="0"/>
                </a:lnTo>
                <a:cubicBezTo>
                  <a:pt x="1517685" y="0"/>
                  <a:pt x="1600200" y="82515"/>
                  <a:pt x="1600200" y="184150"/>
                </a:cubicBezTo>
                <a:lnTo>
                  <a:pt x="1600200" y="184150"/>
                </a:lnTo>
                <a:cubicBezTo>
                  <a:pt x="1600200" y="285785"/>
                  <a:pt x="1517685" y="368300"/>
                  <a:pt x="1416050" y="368300"/>
                </a:cubicBezTo>
                <a:lnTo>
                  <a:pt x="184150" y="368300"/>
                </a:lnTo>
                <a:cubicBezTo>
                  <a:pt x="82515" y="368300"/>
                  <a:pt x="0" y="285785"/>
                  <a:pt x="0" y="184150"/>
                </a:cubicBezTo>
                <a:lnTo>
                  <a:pt x="0" y="184150"/>
                </a:lnTo>
                <a:cubicBezTo>
                  <a:pt x="0" y="82515"/>
                  <a:pt x="82515" y="0"/>
                  <a:pt x="184150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76400" y="10693400"/>
            <a:ext cx="1676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😞 Disappointed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421989" y="10782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F5F5F5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758539" y="10699750"/>
            <a:ext cx="1003300" cy="368300"/>
          </a:xfrm>
          <a:custGeom>
            <a:avLst/>
            <a:gdLst/>
            <a:ahLst/>
            <a:cxnLst/>
            <a:rect l="l" t="t" r="r" b="b"/>
            <a:pathLst>
              <a:path w="1003300" h="368300">
                <a:moveTo>
                  <a:pt x="184150" y="0"/>
                </a:moveTo>
                <a:lnTo>
                  <a:pt x="819150" y="0"/>
                </a:lnTo>
                <a:cubicBezTo>
                  <a:pt x="920785" y="0"/>
                  <a:pt x="1003300" y="82515"/>
                  <a:pt x="1003300" y="184150"/>
                </a:cubicBezTo>
                <a:lnTo>
                  <a:pt x="1003300" y="184150"/>
                </a:lnTo>
                <a:cubicBezTo>
                  <a:pt x="1003300" y="285785"/>
                  <a:pt x="920785" y="368300"/>
                  <a:pt x="819150" y="368300"/>
                </a:cubicBezTo>
                <a:lnTo>
                  <a:pt x="184150" y="368300"/>
                </a:lnTo>
                <a:cubicBezTo>
                  <a:pt x="82515" y="368300"/>
                  <a:pt x="0" y="285785"/>
                  <a:pt x="0" y="184150"/>
                </a:cubicBezTo>
                <a:lnTo>
                  <a:pt x="0" y="184150"/>
                </a:lnTo>
                <a:cubicBezTo>
                  <a:pt x="0" y="82515"/>
                  <a:pt x="82515" y="0"/>
                  <a:pt x="184150" y="0"/>
                </a:cubicBezTo>
                <a:close/>
              </a:path>
            </a:pathLst>
          </a:custGeom>
          <a:solidFill>
            <a:srgbClr val="888888">
              <a:alpha val="20000"/>
            </a:srgbClr>
          </a:solidFill>
          <a:ln w="12700">
            <a:solidFill>
              <a:srgbClr val="888888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52189" y="10693400"/>
            <a:ext cx="1079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"I'm fine"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 rot="180000">
            <a:off x="8036556" y="3134520"/>
            <a:ext cx="7543800" cy="6604000"/>
          </a:xfrm>
          <a:custGeom>
            <a:avLst/>
            <a:gdLst/>
            <a:ahLst/>
            <a:cxnLst/>
            <a:rect l="l" t="t" r="r" b="b"/>
            <a:pathLst>
              <a:path w="7543800" h="6604000">
                <a:moveTo>
                  <a:pt x="203205" y="0"/>
                </a:moveTo>
                <a:lnTo>
                  <a:pt x="7340595" y="0"/>
                </a:lnTo>
                <a:cubicBezTo>
                  <a:pt x="7452822" y="0"/>
                  <a:pt x="7543800" y="90978"/>
                  <a:pt x="7543800" y="203205"/>
                </a:cubicBezTo>
                <a:lnTo>
                  <a:pt x="7543800" y="6400795"/>
                </a:lnTo>
                <a:cubicBezTo>
                  <a:pt x="7543800" y="6513022"/>
                  <a:pt x="7452822" y="6604000"/>
                  <a:pt x="7340595" y="6604000"/>
                </a:cubicBezTo>
                <a:lnTo>
                  <a:pt x="203205" y="6604000"/>
                </a:lnTo>
                <a:cubicBezTo>
                  <a:pt x="90978" y="6604000"/>
                  <a:pt x="0" y="6513022"/>
                  <a:pt x="0" y="6400795"/>
                </a:cubicBezTo>
                <a:lnTo>
                  <a:pt x="0" y="203205"/>
                </a:lnTo>
                <a:cubicBezTo>
                  <a:pt x="0" y="91053"/>
                  <a:pt x="91053" y="0"/>
                  <a:pt x="203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00D4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8210550" y="3333750"/>
            <a:ext cx="7531100" cy="6591300"/>
          </a:xfrm>
          <a:custGeom>
            <a:avLst/>
            <a:gdLst/>
            <a:ahLst/>
            <a:cxnLst/>
            <a:rect l="l" t="t" r="r" b="b"/>
            <a:pathLst>
              <a:path w="7531100" h="6591300">
                <a:moveTo>
                  <a:pt x="203210" y="0"/>
                </a:moveTo>
                <a:lnTo>
                  <a:pt x="7327890" y="0"/>
                </a:lnTo>
                <a:cubicBezTo>
                  <a:pt x="7440120" y="0"/>
                  <a:pt x="7531100" y="90980"/>
                  <a:pt x="7531100" y="203210"/>
                </a:cubicBezTo>
                <a:lnTo>
                  <a:pt x="7531100" y="6388090"/>
                </a:lnTo>
                <a:cubicBezTo>
                  <a:pt x="7531100" y="6500320"/>
                  <a:pt x="7440120" y="6591300"/>
                  <a:pt x="7327890" y="6591300"/>
                </a:cubicBezTo>
                <a:lnTo>
                  <a:pt x="203210" y="6591300"/>
                </a:lnTo>
                <a:cubicBezTo>
                  <a:pt x="90980" y="6591300"/>
                  <a:pt x="0" y="6500320"/>
                  <a:pt x="0" y="63880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solidFill>
            <a:srgbClr val="0D0D0D">
              <a:alpha val="90196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366500" y="3886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776075" y="4267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140884" y="221456"/>
                  <a:pt x="92869" y="173441"/>
                  <a:pt x="92869" y="114300"/>
                </a:cubicBezTo>
                <a:cubicBezTo>
                  <a:pt x="92869" y="55159"/>
                  <a:pt x="140884" y="7144"/>
                  <a:pt x="200025" y="7144"/>
                </a:cubicBezTo>
                <a:cubicBezTo>
                  <a:pt x="259166" y="7144"/>
                  <a:pt x="307181" y="55159"/>
                  <a:pt x="307181" y="114300"/>
                </a:cubicBezTo>
                <a:cubicBezTo>
                  <a:pt x="307181" y="173441"/>
                  <a:pt x="259166" y="221456"/>
                  <a:pt x="200025" y="221456"/>
                </a:cubicBezTo>
                <a:close/>
                <a:moveTo>
                  <a:pt x="172789" y="271463"/>
                </a:moveTo>
                <a:lnTo>
                  <a:pt x="227261" y="271463"/>
                </a:lnTo>
                <a:cubicBezTo>
                  <a:pt x="235922" y="271463"/>
                  <a:pt x="242888" y="278428"/>
                  <a:pt x="242888" y="287089"/>
                </a:cubicBezTo>
                <a:cubicBezTo>
                  <a:pt x="242888" y="290840"/>
                  <a:pt x="241548" y="294412"/>
                  <a:pt x="239137" y="297269"/>
                </a:cubicBezTo>
                <a:lnTo>
                  <a:pt x="214670" y="325844"/>
                </a:lnTo>
                <a:lnTo>
                  <a:pt x="242352" y="428625"/>
                </a:lnTo>
                <a:lnTo>
                  <a:pt x="242888" y="428625"/>
                </a:lnTo>
                <a:lnTo>
                  <a:pt x="273784" y="304949"/>
                </a:lnTo>
                <a:cubicBezTo>
                  <a:pt x="275749" y="297180"/>
                  <a:pt x="283696" y="292447"/>
                  <a:pt x="291197" y="295305"/>
                </a:cubicBezTo>
                <a:cubicBezTo>
                  <a:pt x="346472" y="316379"/>
                  <a:pt x="385763" y="369957"/>
                  <a:pt x="385763" y="432643"/>
                </a:cubicBezTo>
                <a:cubicBezTo>
                  <a:pt x="385763" y="446127"/>
                  <a:pt x="374779" y="457111"/>
                  <a:pt x="361295" y="457111"/>
                </a:cubicBezTo>
                <a:lnTo>
                  <a:pt x="38755" y="457200"/>
                </a:lnTo>
                <a:cubicBezTo>
                  <a:pt x="25271" y="457200"/>
                  <a:pt x="14288" y="446216"/>
                  <a:pt x="14288" y="432733"/>
                </a:cubicBezTo>
                <a:cubicBezTo>
                  <a:pt x="14288" y="370046"/>
                  <a:pt x="53578" y="316468"/>
                  <a:pt x="108853" y="295394"/>
                </a:cubicBezTo>
                <a:cubicBezTo>
                  <a:pt x="116354" y="292537"/>
                  <a:pt x="124301" y="297269"/>
                  <a:pt x="126266" y="305038"/>
                </a:cubicBezTo>
                <a:lnTo>
                  <a:pt x="157163" y="428714"/>
                </a:lnTo>
                <a:lnTo>
                  <a:pt x="157698" y="428714"/>
                </a:lnTo>
                <a:lnTo>
                  <a:pt x="185380" y="325934"/>
                </a:lnTo>
                <a:lnTo>
                  <a:pt x="160913" y="297359"/>
                </a:lnTo>
                <a:cubicBezTo>
                  <a:pt x="158502" y="294501"/>
                  <a:pt x="157163" y="290929"/>
                  <a:pt x="157163" y="287179"/>
                </a:cubicBezTo>
                <a:cubicBezTo>
                  <a:pt x="157163" y="278517"/>
                  <a:pt x="164128" y="271552"/>
                  <a:pt x="172789" y="271552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54" name="Text 52"/>
          <p:cNvSpPr/>
          <p:nvPr/>
        </p:nvSpPr>
        <p:spPr>
          <a:xfrm>
            <a:off x="8547100" y="5308600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Creator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72500" y="58166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Overwhelmed by audio files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629650" y="6432550"/>
            <a:ext cx="6692900" cy="520700"/>
          </a:xfrm>
          <a:custGeom>
            <a:avLst/>
            <a:gdLst/>
            <a:ahLst/>
            <a:cxnLst/>
            <a:rect l="l" t="t" r="r" b="b"/>
            <a:pathLst>
              <a:path w="6692900" h="520700">
                <a:moveTo>
                  <a:pt x="101599" y="0"/>
                </a:moveTo>
                <a:lnTo>
                  <a:pt x="6591301" y="0"/>
                </a:lnTo>
                <a:cubicBezTo>
                  <a:pt x="6647413" y="0"/>
                  <a:pt x="6692900" y="45487"/>
                  <a:pt x="6692900" y="101599"/>
                </a:cubicBezTo>
                <a:lnTo>
                  <a:pt x="6692900" y="419101"/>
                </a:lnTo>
                <a:cubicBezTo>
                  <a:pt x="6692900" y="475213"/>
                  <a:pt x="6647413" y="520700"/>
                  <a:pt x="65913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D4EDD">
              <a:alpha val="10196"/>
            </a:srgbClr>
          </a:solidFill>
          <a:ln w="12700">
            <a:solidFill>
              <a:srgbClr val="9D4EDD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02700" y="65659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129877" y="120898"/>
                </a:moveTo>
                <a:cubicBezTo>
                  <a:pt x="125363" y="117773"/>
                  <a:pt x="119211" y="118864"/>
                  <a:pt x="116086" y="123379"/>
                </a:cubicBezTo>
                <a:cubicBezTo>
                  <a:pt x="112961" y="127893"/>
                  <a:pt x="114052" y="134045"/>
                  <a:pt x="118566" y="137170"/>
                </a:cubicBezTo>
                <a:cubicBezTo>
                  <a:pt x="130423" y="145455"/>
                  <a:pt x="138113" y="159147"/>
                  <a:pt x="138113" y="174625"/>
                </a:cubicBezTo>
                <a:cubicBezTo>
                  <a:pt x="138113" y="190103"/>
                  <a:pt x="130373" y="203845"/>
                  <a:pt x="118566" y="212080"/>
                </a:cubicBezTo>
                <a:cubicBezTo>
                  <a:pt x="114052" y="215205"/>
                  <a:pt x="112961" y="221407"/>
                  <a:pt x="116086" y="225871"/>
                </a:cubicBezTo>
                <a:cubicBezTo>
                  <a:pt x="119211" y="230336"/>
                  <a:pt x="125413" y="231477"/>
                  <a:pt x="129877" y="228352"/>
                </a:cubicBezTo>
                <a:cubicBezTo>
                  <a:pt x="146794" y="216545"/>
                  <a:pt x="157956" y="196850"/>
                  <a:pt x="157956" y="174625"/>
                </a:cubicBezTo>
                <a:cubicBezTo>
                  <a:pt x="157956" y="152400"/>
                  <a:pt x="146844" y="132705"/>
                  <a:pt x="129877" y="120898"/>
                </a:cubicBezTo>
                <a:close/>
                <a:moveTo>
                  <a:pt x="39688" y="154781"/>
                </a:moveTo>
                <a:cubicBezTo>
                  <a:pt x="35322" y="154781"/>
                  <a:pt x="31750" y="158353"/>
                  <a:pt x="31750" y="162719"/>
                </a:cubicBezTo>
                <a:lnTo>
                  <a:pt x="31750" y="186531"/>
                </a:lnTo>
                <a:cubicBezTo>
                  <a:pt x="31750" y="190897"/>
                  <a:pt x="35322" y="194469"/>
                  <a:pt x="39688" y="194469"/>
                </a:cubicBezTo>
                <a:lnTo>
                  <a:pt x="51594" y="194469"/>
                </a:lnTo>
                <a:lnTo>
                  <a:pt x="65088" y="211336"/>
                </a:lnTo>
                <a:cubicBezTo>
                  <a:pt x="66576" y="213221"/>
                  <a:pt x="68858" y="214313"/>
                  <a:pt x="71289" y="214313"/>
                </a:cubicBezTo>
                <a:lnTo>
                  <a:pt x="71438" y="214313"/>
                </a:lnTo>
                <a:cubicBezTo>
                  <a:pt x="75803" y="214313"/>
                  <a:pt x="79375" y="210741"/>
                  <a:pt x="79375" y="206375"/>
                </a:cubicBezTo>
                <a:lnTo>
                  <a:pt x="79375" y="142875"/>
                </a:lnTo>
                <a:cubicBezTo>
                  <a:pt x="79375" y="138509"/>
                  <a:pt x="75803" y="134938"/>
                  <a:pt x="71438" y="134938"/>
                </a:cubicBezTo>
                <a:lnTo>
                  <a:pt x="71289" y="134938"/>
                </a:lnTo>
                <a:cubicBezTo>
                  <a:pt x="68858" y="134938"/>
                  <a:pt x="66576" y="136029"/>
                  <a:pt x="65088" y="137914"/>
                </a:cubicBezTo>
                <a:lnTo>
                  <a:pt x="51594" y="154781"/>
                </a:lnTo>
                <a:lnTo>
                  <a:pt x="39687" y="154781"/>
                </a:lnTo>
                <a:close/>
                <a:moveTo>
                  <a:pt x="103188" y="190599"/>
                </a:moveTo>
                <a:cubicBezTo>
                  <a:pt x="103188" y="195907"/>
                  <a:pt x="108396" y="199628"/>
                  <a:pt x="112564" y="196354"/>
                </a:cubicBezTo>
                <a:cubicBezTo>
                  <a:pt x="118963" y="191244"/>
                  <a:pt x="123031" y="183406"/>
                  <a:pt x="123031" y="174625"/>
                </a:cubicBezTo>
                <a:cubicBezTo>
                  <a:pt x="123031" y="165844"/>
                  <a:pt x="118963" y="158006"/>
                  <a:pt x="112564" y="152896"/>
                </a:cubicBezTo>
                <a:cubicBezTo>
                  <a:pt x="108396" y="149572"/>
                  <a:pt x="103188" y="153343"/>
                  <a:pt x="103188" y="158651"/>
                </a:cubicBezTo>
                <a:lnTo>
                  <a:pt x="103188" y="190649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58" name="Text 56"/>
          <p:cNvSpPr/>
          <p:nvPr/>
        </p:nvSpPr>
        <p:spPr>
          <a:xfrm>
            <a:off x="9309100" y="65405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Episode_001.mp3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4566240" y="65659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 min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629650" y="7169150"/>
            <a:ext cx="6692900" cy="520700"/>
          </a:xfrm>
          <a:custGeom>
            <a:avLst/>
            <a:gdLst/>
            <a:ahLst/>
            <a:cxnLst/>
            <a:rect l="l" t="t" r="r" b="b"/>
            <a:pathLst>
              <a:path w="6692900" h="520700">
                <a:moveTo>
                  <a:pt x="101599" y="0"/>
                </a:moveTo>
                <a:lnTo>
                  <a:pt x="6591301" y="0"/>
                </a:lnTo>
                <a:cubicBezTo>
                  <a:pt x="6647413" y="0"/>
                  <a:pt x="6692900" y="45487"/>
                  <a:pt x="6692900" y="101599"/>
                </a:cubicBezTo>
                <a:lnTo>
                  <a:pt x="6692900" y="419101"/>
                </a:lnTo>
                <a:cubicBezTo>
                  <a:pt x="6692900" y="475213"/>
                  <a:pt x="6647413" y="520700"/>
                  <a:pt x="65913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02700" y="73025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129877" y="120898"/>
                </a:moveTo>
                <a:cubicBezTo>
                  <a:pt x="125363" y="117773"/>
                  <a:pt x="119211" y="118864"/>
                  <a:pt x="116086" y="123379"/>
                </a:cubicBezTo>
                <a:cubicBezTo>
                  <a:pt x="112961" y="127893"/>
                  <a:pt x="114052" y="134045"/>
                  <a:pt x="118566" y="137170"/>
                </a:cubicBezTo>
                <a:cubicBezTo>
                  <a:pt x="130423" y="145455"/>
                  <a:pt x="138113" y="159147"/>
                  <a:pt x="138113" y="174625"/>
                </a:cubicBezTo>
                <a:cubicBezTo>
                  <a:pt x="138113" y="190103"/>
                  <a:pt x="130373" y="203845"/>
                  <a:pt x="118566" y="212080"/>
                </a:cubicBezTo>
                <a:cubicBezTo>
                  <a:pt x="114052" y="215205"/>
                  <a:pt x="112961" y="221407"/>
                  <a:pt x="116086" y="225871"/>
                </a:cubicBezTo>
                <a:cubicBezTo>
                  <a:pt x="119211" y="230336"/>
                  <a:pt x="125413" y="231477"/>
                  <a:pt x="129877" y="228352"/>
                </a:cubicBezTo>
                <a:cubicBezTo>
                  <a:pt x="146794" y="216545"/>
                  <a:pt x="157956" y="196850"/>
                  <a:pt x="157956" y="174625"/>
                </a:cubicBezTo>
                <a:cubicBezTo>
                  <a:pt x="157956" y="152400"/>
                  <a:pt x="146844" y="132705"/>
                  <a:pt x="129877" y="120898"/>
                </a:cubicBezTo>
                <a:close/>
                <a:moveTo>
                  <a:pt x="39688" y="154781"/>
                </a:moveTo>
                <a:cubicBezTo>
                  <a:pt x="35322" y="154781"/>
                  <a:pt x="31750" y="158353"/>
                  <a:pt x="31750" y="162719"/>
                </a:cubicBezTo>
                <a:lnTo>
                  <a:pt x="31750" y="186531"/>
                </a:lnTo>
                <a:cubicBezTo>
                  <a:pt x="31750" y="190897"/>
                  <a:pt x="35322" y="194469"/>
                  <a:pt x="39688" y="194469"/>
                </a:cubicBezTo>
                <a:lnTo>
                  <a:pt x="51594" y="194469"/>
                </a:lnTo>
                <a:lnTo>
                  <a:pt x="65088" y="211336"/>
                </a:lnTo>
                <a:cubicBezTo>
                  <a:pt x="66576" y="213221"/>
                  <a:pt x="68858" y="214313"/>
                  <a:pt x="71289" y="214313"/>
                </a:cubicBezTo>
                <a:lnTo>
                  <a:pt x="71438" y="214313"/>
                </a:lnTo>
                <a:cubicBezTo>
                  <a:pt x="75803" y="214313"/>
                  <a:pt x="79375" y="210741"/>
                  <a:pt x="79375" y="206375"/>
                </a:cubicBezTo>
                <a:lnTo>
                  <a:pt x="79375" y="142875"/>
                </a:lnTo>
                <a:cubicBezTo>
                  <a:pt x="79375" y="138509"/>
                  <a:pt x="75803" y="134938"/>
                  <a:pt x="71438" y="134938"/>
                </a:cubicBezTo>
                <a:lnTo>
                  <a:pt x="71289" y="134938"/>
                </a:lnTo>
                <a:cubicBezTo>
                  <a:pt x="68858" y="134938"/>
                  <a:pt x="66576" y="136029"/>
                  <a:pt x="65088" y="137914"/>
                </a:cubicBezTo>
                <a:lnTo>
                  <a:pt x="51594" y="154781"/>
                </a:lnTo>
                <a:lnTo>
                  <a:pt x="39687" y="154781"/>
                </a:lnTo>
                <a:close/>
                <a:moveTo>
                  <a:pt x="103188" y="190599"/>
                </a:moveTo>
                <a:cubicBezTo>
                  <a:pt x="103188" y="195907"/>
                  <a:pt x="108396" y="199628"/>
                  <a:pt x="112564" y="196354"/>
                </a:cubicBezTo>
                <a:cubicBezTo>
                  <a:pt x="118963" y="191244"/>
                  <a:pt x="123031" y="183406"/>
                  <a:pt x="123031" y="174625"/>
                </a:cubicBezTo>
                <a:cubicBezTo>
                  <a:pt x="123031" y="165844"/>
                  <a:pt x="118963" y="158006"/>
                  <a:pt x="112564" y="152896"/>
                </a:cubicBezTo>
                <a:cubicBezTo>
                  <a:pt x="108396" y="149572"/>
                  <a:pt x="103188" y="153343"/>
                  <a:pt x="103188" y="158651"/>
                </a:cubicBezTo>
                <a:lnTo>
                  <a:pt x="103188" y="19064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2" name="Text 60"/>
          <p:cNvSpPr/>
          <p:nvPr/>
        </p:nvSpPr>
        <p:spPr>
          <a:xfrm>
            <a:off x="9309100" y="72771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Episode_002.mp3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4602685" y="7302500"/>
            <a:ext cx="59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 min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629650" y="7905750"/>
            <a:ext cx="6692900" cy="520700"/>
          </a:xfrm>
          <a:custGeom>
            <a:avLst/>
            <a:gdLst/>
            <a:ahLst/>
            <a:cxnLst/>
            <a:rect l="l" t="t" r="r" b="b"/>
            <a:pathLst>
              <a:path w="6692900" h="520700">
                <a:moveTo>
                  <a:pt x="101599" y="0"/>
                </a:moveTo>
                <a:lnTo>
                  <a:pt x="6591301" y="0"/>
                </a:lnTo>
                <a:cubicBezTo>
                  <a:pt x="6647413" y="0"/>
                  <a:pt x="6692900" y="45487"/>
                  <a:pt x="6692900" y="101599"/>
                </a:cubicBezTo>
                <a:lnTo>
                  <a:pt x="6692900" y="419101"/>
                </a:lnTo>
                <a:cubicBezTo>
                  <a:pt x="6692900" y="475213"/>
                  <a:pt x="6647413" y="520700"/>
                  <a:pt x="65913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2FF7D">
              <a:alpha val="10196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02700" y="80391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129877" y="120898"/>
                </a:moveTo>
                <a:cubicBezTo>
                  <a:pt x="125363" y="117773"/>
                  <a:pt x="119211" y="118864"/>
                  <a:pt x="116086" y="123379"/>
                </a:cubicBezTo>
                <a:cubicBezTo>
                  <a:pt x="112961" y="127893"/>
                  <a:pt x="114052" y="134045"/>
                  <a:pt x="118566" y="137170"/>
                </a:cubicBezTo>
                <a:cubicBezTo>
                  <a:pt x="130423" y="145455"/>
                  <a:pt x="138113" y="159147"/>
                  <a:pt x="138113" y="174625"/>
                </a:cubicBezTo>
                <a:cubicBezTo>
                  <a:pt x="138113" y="190103"/>
                  <a:pt x="130373" y="203845"/>
                  <a:pt x="118566" y="212080"/>
                </a:cubicBezTo>
                <a:cubicBezTo>
                  <a:pt x="114052" y="215205"/>
                  <a:pt x="112961" y="221407"/>
                  <a:pt x="116086" y="225871"/>
                </a:cubicBezTo>
                <a:cubicBezTo>
                  <a:pt x="119211" y="230336"/>
                  <a:pt x="125413" y="231477"/>
                  <a:pt x="129877" y="228352"/>
                </a:cubicBezTo>
                <a:cubicBezTo>
                  <a:pt x="146794" y="216545"/>
                  <a:pt x="157956" y="196850"/>
                  <a:pt x="157956" y="174625"/>
                </a:cubicBezTo>
                <a:cubicBezTo>
                  <a:pt x="157956" y="152400"/>
                  <a:pt x="146844" y="132705"/>
                  <a:pt x="129877" y="120898"/>
                </a:cubicBezTo>
                <a:close/>
                <a:moveTo>
                  <a:pt x="39688" y="154781"/>
                </a:moveTo>
                <a:cubicBezTo>
                  <a:pt x="35322" y="154781"/>
                  <a:pt x="31750" y="158353"/>
                  <a:pt x="31750" y="162719"/>
                </a:cubicBezTo>
                <a:lnTo>
                  <a:pt x="31750" y="186531"/>
                </a:lnTo>
                <a:cubicBezTo>
                  <a:pt x="31750" y="190897"/>
                  <a:pt x="35322" y="194469"/>
                  <a:pt x="39688" y="194469"/>
                </a:cubicBezTo>
                <a:lnTo>
                  <a:pt x="51594" y="194469"/>
                </a:lnTo>
                <a:lnTo>
                  <a:pt x="65088" y="211336"/>
                </a:lnTo>
                <a:cubicBezTo>
                  <a:pt x="66576" y="213221"/>
                  <a:pt x="68858" y="214313"/>
                  <a:pt x="71289" y="214313"/>
                </a:cubicBezTo>
                <a:lnTo>
                  <a:pt x="71438" y="214313"/>
                </a:lnTo>
                <a:cubicBezTo>
                  <a:pt x="75803" y="214313"/>
                  <a:pt x="79375" y="210741"/>
                  <a:pt x="79375" y="206375"/>
                </a:cubicBezTo>
                <a:lnTo>
                  <a:pt x="79375" y="142875"/>
                </a:lnTo>
                <a:cubicBezTo>
                  <a:pt x="79375" y="138509"/>
                  <a:pt x="75803" y="134938"/>
                  <a:pt x="71438" y="134938"/>
                </a:cubicBezTo>
                <a:lnTo>
                  <a:pt x="71289" y="134938"/>
                </a:lnTo>
                <a:cubicBezTo>
                  <a:pt x="68858" y="134938"/>
                  <a:pt x="66576" y="136029"/>
                  <a:pt x="65088" y="137914"/>
                </a:cubicBezTo>
                <a:lnTo>
                  <a:pt x="51594" y="154781"/>
                </a:lnTo>
                <a:lnTo>
                  <a:pt x="39687" y="154781"/>
                </a:lnTo>
                <a:close/>
                <a:moveTo>
                  <a:pt x="103188" y="190599"/>
                </a:moveTo>
                <a:cubicBezTo>
                  <a:pt x="103188" y="195907"/>
                  <a:pt x="108396" y="199628"/>
                  <a:pt x="112564" y="196354"/>
                </a:cubicBezTo>
                <a:cubicBezTo>
                  <a:pt x="118963" y="191244"/>
                  <a:pt x="123031" y="183406"/>
                  <a:pt x="123031" y="174625"/>
                </a:cubicBezTo>
                <a:cubicBezTo>
                  <a:pt x="123031" y="165844"/>
                  <a:pt x="118963" y="158006"/>
                  <a:pt x="112564" y="152896"/>
                </a:cubicBezTo>
                <a:cubicBezTo>
                  <a:pt x="108396" y="149572"/>
                  <a:pt x="103188" y="153343"/>
                  <a:pt x="103188" y="158651"/>
                </a:cubicBezTo>
                <a:lnTo>
                  <a:pt x="103188" y="190649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66" name="Text 64"/>
          <p:cNvSpPr/>
          <p:nvPr/>
        </p:nvSpPr>
        <p:spPr>
          <a:xfrm>
            <a:off x="9309100" y="80137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Episode_003.mp3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4566041" y="80391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min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629650" y="8743950"/>
            <a:ext cx="6692900" cy="622300"/>
          </a:xfrm>
          <a:custGeom>
            <a:avLst/>
            <a:gdLst/>
            <a:ahLst/>
            <a:cxnLst/>
            <a:rect l="l" t="t" r="r" b="b"/>
            <a:pathLst>
              <a:path w="6692900" h="622300">
                <a:moveTo>
                  <a:pt x="101603" y="0"/>
                </a:moveTo>
                <a:lnTo>
                  <a:pt x="6591297" y="0"/>
                </a:lnTo>
                <a:cubicBezTo>
                  <a:pt x="6647411" y="0"/>
                  <a:pt x="6692900" y="45489"/>
                  <a:pt x="6692900" y="101603"/>
                </a:cubicBezTo>
                <a:lnTo>
                  <a:pt x="6692900" y="520697"/>
                </a:lnTo>
                <a:cubicBezTo>
                  <a:pt x="6692900" y="576811"/>
                  <a:pt x="6647411" y="622300"/>
                  <a:pt x="6591297" y="622300"/>
                </a:cubicBezTo>
                <a:lnTo>
                  <a:pt x="101603" y="622300"/>
                </a:lnTo>
                <a:cubicBezTo>
                  <a:pt x="45489" y="622300"/>
                  <a:pt x="0" y="576811"/>
                  <a:pt x="0" y="520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4444">
              <a:alpha val="10196"/>
            </a:srgbClr>
          </a:solidFill>
          <a:ln w="12700">
            <a:solidFill>
              <a:srgbClr val="FF4444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17043" y="892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FF4444"/>
          </a:solidFill>
          <a:ln/>
        </p:spPr>
      </p:sp>
      <p:sp>
        <p:nvSpPr>
          <p:cNvPr id="70" name="Text 68"/>
          <p:cNvSpPr/>
          <p:nvPr/>
        </p:nvSpPr>
        <p:spPr>
          <a:xfrm>
            <a:off x="10855193" y="8902700"/>
            <a:ext cx="281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3+ hours of manual 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custGeom>
            <a:avLst/>
            <a:gdLst/>
            <a:ahLst/>
            <a:cxnLst/>
            <a:rect l="l" t="t" r="r" b="b"/>
            <a:pathLst>
              <a:path w="6502400" h="9144000">
                <a:moveTo>
                  <a:pt x="0" y="0"/>
                </a:moveTo>
                <a:lnTo>
                  <a:pt x="6502400" y="0"/>
                </a:lnTo>
                <a:lnTo>
                  <a:pt x="65024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508000"/>
            <a:ext cx="9410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Solution: Local AI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2400" y="1320800"/>
            <a:ext cx="923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Automated, Private, &amp; Insightful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20700" y="2146300"/>
            <a:ext cx="4889500" cy="4965700"/>
          </a:xfrm>
          <a:custGeom>
            <a:avLst/>
            <a:gdLst/>
            <a:ahLst/>
            <a:cxnLst/>
            <a:rect l="l" t="t" r="r" b="b"/>
            <a:pathLst>
              <a:path w="4889500" h="4965700">
                <a:moveTo>
                  <a:pt x="152406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4813294"/>
                </a:lnTo>
                <a:cubicBezTo>
                  <a:pt x="4889500" y="4897409"/>
                  <a:pt x="4821209" y="4965700"/>
                  <a:pt x="4737094" y="4965700"/>
                </a:cubicBezTo>
                <a:lnTo>
                  <a:pt x="152406" y="4965700"/>
                </a:lnTo>
                <a:cubicBezTo>
                  <a:pt x="68291" y="4965700"/>
                  <a:pt x="0" y="4897409"/>
                  <a:pt x="0" y="4813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400" y="2413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6475" y="2628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" y="3429000"/>
            <a:ext cx="450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Streamlit-Based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400" y="3987800"/>
            <a:ext cx="44704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with Streamlit for rapid prototyping and intuitive user experience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400" y="50355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4933950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local processing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7400" y="54927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" y="539115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data transmission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7400" y="59499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1400" y="5848350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widgets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85367" y="2146300"/>
            <a:ext cx="4889500" cy="4965700"/>
          </a:xfrm>
          <a:custGeom>
            <a:avLst/>
            <a:gdLst/>
            <a:ahLst/>
            <a:cxnLst/>
            <a:rect l="l" t="t" r="r" b="b"/>
            <a:pathLst>
              <a:path w="4889500" h="4965700">
                <a:moveTo>
                  <a:pt x="152406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4813294"/>
                </a:lnTo>
                <a:cubicBezTo>
                  <a:pt x="4889500" y="4897409"/>
                  <a:pt x="4821209" y="4965700"/>
                  <a:pt x="4737094" y="4965700"/>
                </a:cubicBezTo>
                <a:lnTo>
                  <a:pt x="152406" y="4965700"/>
                </a:lnTo>
                <a:cubicBezTo>
                  <a:pt x="68291" y="4965700"/>
                  <a:pt x="0" y="4897409"/>
                  <a:pt x="0" y="4813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2700000" scaled="1"/>
          </a:gradFill>
          <a:ln w="254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52067" y="2413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71142" y="2628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22" name="Text 20"/>
          <p:cNvSpPr/>
          <p:nvPr/>
        </p:nvSpPr>
        <p:spPr>
          <a:xfrm>
            <a:off x="5952067" y="3429000"/>
            <a:ext cx="450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52067" y="3987800"/>
            <a:ext cx="44704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data privacy with local processing pipeline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58417" y="5092700"/>
            <a:ext cx="1079500" cy="1028700"/>
          </a:xfrm>
          <a:custGeom>
            <a:avLst/>
            <a:gdLst/>
            <a:ahLst/>
            <a:cxnLst/>
            <a:rect l="l" t="t" r="r" b="b"/>
            <a:pathLst>
              <a:path w="1079500" h="1028700">
                <a:moveTo>
                  <a:pt x="101605" y="0"/>
                </a:moveTo>
                <a:lnTo>
                  <a:pt x="977895" y="0"/>
                </a:lnTo>
                <a:cubicBezTo>
                  <a:pt x="1034010" y="0"/>
                  <a:pt x="1079500" y="45490"/>
                  <a:pt x="1079500" y="101605"/>
                </a:cubicBezTo>
                <a:lnTo>
                  <a:pt x="1079500" y="927095"/>
                </a:lnTo>
                <a:cubicBezTo>
                  <a:pt x="1079500" y="983210"/>
                  <a:pt x="1034010" y="1028700"/>
                  <a:pt x="977895" y="1028700"/>
                </a:cubicBezTo>
                <a:lnTo>
                  <a:pt x="101605" y="1028700"/>
                </a:lnTo>
                <a:cubicBezTo>
                  <a:pt x="45490" y="1028700"/>
                  <a:pt x="0" y="983210"/>
                  <a:pt x="0" y="9270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66" y="520065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129877" y="120898"/>
                </a:moveTo>
                <a:cubicBezTo>
                  <a:pt x="125363" y="117773"/>
                  <a:pt x="119211" y="118864"/>
                  <a:pt x="116086" y="123379"/>
                </a:cubicBezTo>
                <a:cubicBezTo>
                  <a:pt x="112961" y="127893"/>
                  <a:pt x="114052" y="134045"/>
                  <a:pt x="118566" y="137170"/>
                </a:cubicBezTo>
                <a:cubicBezTo>
                  <a:pt x="130423" y="145455"/>
                  <a:pt x="138113" y="159147"/>
                  <a:pt x="138113" y="174625"/>
                </a:cubicBezTo>
                <a:cubicBezTo>
                  <a:pt x="138113" y="190103"/>
                  <a:pt x="130373" y="203845"/>
                  <a:pt x="118566" y="212080"/>
                </a:cubicBezTo>
                <a:cubicBezTo>
                  <a:pt x="114052" y="215205"/>
                  <a:pt x="112961" y="221407"/>
                  <a:pt x="116086" y="225871"/>
                </a:cubicBezTo>
                <a:cubicBezTo>
                  <a:pt x="119211" y="230336"/>
                  <a:pt x="125413" y="231477"/>
                  <a:pt x="129877" y="228352"/>
                </a:cubicBezTo>
                <a:cubicBezTo>
                  <a:pt x="146794" y="216545"/>
                  <a:pt x="157956" y="196850"/>
                  <a:pt x="157956" y="174625"/>
                </a:cubicBezTo>
                <a:cubicBezTo>
                  <a:pt x="157956" y="152400"/>
                  <a:pt x="146844" y="132705"/>
                  <a:pt x="129877" y="120898"/>
                </a:cubicBezTo>
                <a:close/>
                <a:moveTo>
                  <a:pt x="39688" y="154781"/>
                </a:moveTo>
                <a:cubicBezTo>
                  <a:pt x="35322" y="154781"/>
                  <a:pt x="31750" y="158353"/>
                  <a:pt x="31750" y="162719"/>
                </a:cubicBezTo>
                <a:lnTo>
                  <a:pt x="31750" y="186531"/>
                </a:lnTo>
                <a:cubicBezTo>
                  <a:pt x="31750" y="190897"/>
                  <a:pt x="35322" y="194469"/>
                  <a:pt x="39688" y="194469"/>
                </a:cubicBezTo>
                <a:lnTo>
                  <a:pt x="51594" y="194469"/>
                </a:lnTo>
                <a:lnTo>
                  <a:pt x="65088" y="211336"/>
                </a:lnTo>
                <a:cubicBezTo>
                  <a:pt x="66576" y="213221"/>
                  <a:pt x="68858" y="214313"/>
                  <a:pt x="71289" y="214313"/>
                </a:cubicBezTo>
                <a:lnTo>
                  <a:pt x="71438" y="214313"/>
                </a:lnTo>
                <a:cubicBezTo>
                  <a:pt x="75803" y="214313"/>
                  <a:pt x="79375" y="210741"/>
                  <a:pt x="79375" y="206375"/>
                </a:cubicBezTo>
                <a:lnTo>
                  <a:pt x="79375" y="142875"/>
                </a:lnTo>
                <a:cubicBezTo>
                  <a:pt x="79375" y="138509"/>
                  <a:pt x="75803" y="134938"/>
                  <a:pt x="71438" y="134938"/>
                </a:cubicBezTo>
                <a:lnTo>
                  <a:pt x="71289" y="134938"/>
                </a:lnTo>
                <a:cubicBezTo>
                  <a:pt x="68858" y="134938"/>
                  <a:pt x="66576" y="136029"/>
                  <a:pt x="65088" y="137914"/>
                </a:cubicBezTo>
                <a:lnTo>
                  <a:pt x="51594" y="154781"/>
                </a:lnTo>
                <a:lnTo>
                  <a:pt x="39687" y="154781"/>
                </a:lnTo>
                <a:close/>
                <a:moveTo>
                  <a:pt x="103188" y="190599"/>
                </a:moveTo>
                <a:cubicBezTo>
                  <a:pt x="103188" y="195907"/>
                  <a:pt x="108396" y="199628"/>
                  <a:pt x="112564" y="196354"/>
                </a:cubicBezTo>
                <a:cubicBezTo>
                  <a:pt x="118963" y="191244"/>
                  <a:pt x="123031" y="183406"/>
                  <a:pt x="123031" y="174625"/>
                </a:cubicBezTo>
                <a:cubicBezTo>
                  <a:pt x="123031" y="165844"/>
                  <a:pt x="118963" y="158006"/>
                  <a:pt x="112564" y="152896"/>
                </a:cubicBezTo>
                <a:cubicBezTo>
                  <a:pt x="108396" y="149572"/>
                  <a:pt x="103188" y="153343"/>
                  <a:pt x="103188" y="158651"/>
                </a:cubicBezTo>
                <a:lnTo>
                  <a:pt x="103188" y="190649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26" name="Text 24"/>
          <p:cNvSpPr/>
          <p:nvPr/>
        </p:nvSpPr>
        <p:spPr>
          <a:xfrm>
            <a:off x="6072717" y="5509684"/>
            <a:ext cx="85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Input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48116" y="548216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518070" y="5092700"/>
            <a:ext cx="1397000" cy="1028700"/>
          </a:xfrm>
          <a:custGeom>
            <a:avLst/>
            <a:gdLst/>
            <a:ahLst/>
            <a:cxnLst/>
            <a:rect l="l" t="t" r="r" b="b"/>
            <a:pathLst>
              <a:path w="1397000" h="1028700">
                <a:moveTo>
                  <a:pt x="101605" y="0"/>
                </a:moveTo>
                <a:lnTo>
                  <a:pt x="1295395" y="0"/>
                </a:lnTo>
                <a:cubicBezTo>
                  <a:pt x="1351510" y="0"/>
                  <a:pt x="1397000" y="45490"/>
                  <a:pt x="1397000" y="101605"/>
                </a:cubicBezTo>
                <a:lnTo>
                  <a:pt x="1397000" y="927095"/>
                </a:lnTo>
                <a:cubicBezTo>
                  <a:pt x="1397000" y="983210"/>
                  <a:pt x="1351510" y="1028700"/>
                  <a:pt x="1295395" y="1028700"/>
                </a:cubicBezTo>
                <a:lnTo>
                  <a:pt x="101605" y="1028700"/>
                </a:lnTo>
                <a:cubicBezTo>
                  <a:pt x="45490" y="1028700"/>
                  <a:pt x="0" y="983210"/>
                  <a:pt x="0" y="9270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7320" y="52006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7313" y="11906"/>
                </a:moveTo>
                <a:cubicBezTo>
                  <a:pt x="87313" y="5308"/>
                  <a:pt x="82004" y="0"/>
                  <a:pt x="75406" y="0"/>
                </a:cubicBezTo>
                <a:cubicBezTo>
                  <a:pt x="68808" y="0"/>
                  <a:pt x="63500" y="5308"/>
                  <a:pt x="63500" y="11906"/>
                </a:cubicBezTo>
                <a:lnTo>
                  <a:pt x="63500" y="31750"/>
                </a:lnTo>
                <a:cubicBezTo>
                  <a:pt x="45988" y="31750"/>
                  <a:pt x="31750" y="45988"/>
                  <a:pt x="31750" y="63500"/>
                </a:cubicBezTo>
                <a:lnTo>
                  <a:pt x="11906" y="63500"/>
                </a:lnTo>
                <a:cubicBezTo>
                  <a:pt x="5308" y="63500"/>
                  <a:pt x="0" y="68808"/>
                  <a:pt x="0" y="75406"/>
                </a:cubicBezTo>
                <a:cubicBezTo>
                  <a:pt x="0" y="82004"/>
                  <a:pt x="5308" y="87313"/>
                  <a:pt x="11906" y="87313"/>
                </a:cubicBezTo>
                <a:lnTo>
                  <a:pt x="31750" y="87313"/>
                </a:lnTo>
                <a:lnTo>
                  <a:pt x="31750" y="115094"/>
                </a:lnTo>
                <a:lnTo>
                  <a:pt x="11906" y="115094"/>
                </a:lnTo>
                <a:cubicBezTo>
                  <a:pt x="5308" y="115094"/>
                  <a:pt x="0" y="120402"/>
                  <a:pt x="0" y="127000"/>
                </a:cubicBezTo>
                <a:cubicBezTo>
                  <a:pt x="0" y="133598"/>
                  <a:pt x="5308" y="138906"/>
                  <a:pt x="11906" y="138906"/>
                </a:cubicBezTo>
                <a:lnTo>
                  <a:pt x="31750" y="138906"/>
                </a:lnTo>
                <a:lnTo>
                  <a:pt x="31750" y="166688"/>
                </a:lnTo>
                <a:lnTo>
                  <a:pt x="11906" y="166688"/>
                </a:lnTo>
                <a:cubicBezTo>
                  <a:pt x="5308" y="166688"/>
                  <a:pt x="0" y="171996"/>
                  <a:pt x="0" y="178594"/>
                </a:cubicBezTo>
                <a:cubicBezTo>
                  <a:pt x="0" y="185192"/>
                  <a:pt x="5308" y="190500"/>
                  <a:pt x="11906" y="190500"/>
                </a:cubicBezTo>
                <a:lnTo>
                  <a:pt x="31750" y="190500"/>
                </a:lnTo>
                <a:cubicBezTo>
                  <a:pt x="31750" y="208012"/>
                  <a:pt x="45988" y="222250"/>
                  <a:pt x="63500" y="222250"/>
                </a:cubicBezTo>
                <a:lnTo>
                  <a:pt x="63500" y="242094"/>
                </a:lnTo>
                <a:cubicBezTo>
                  <a:pt x="63500" y="248692"/>
                  <a:pt x="68808" y="254000"/>
                  <a:pt x="75406" y="254000"/>
                </a:cubicBezTo>
                <a:cubicBezTo>
                  <a:pt x="82004" y="254000"/>
                  <a:pt x="87313" y="248692"/>
                  <a:pt x="87313" y="242094"/>
                </a:cubicBezTo>
                <a:lnTo>
                  <a:pt x="87313" y="222250"/>
                </a:lnTo>
                <a:lnTo>
                  <a:pt x="115094" y="222250"/>
                </a:lnTo>
                <a:lnTo>
                  <a:pt x="115094" y="242094"/>
                </a:lnTo>
                <a:cubicBezTo>
                  <a:pt x="115094" y="248692"/>
                  <a:pt x="120402" y="254000"/>
                  <a:pt x="127000" y="254000"/>
                </a:cubicBezTo>
                <a:cubicBezTo>
                  <a:pt x="133598" y="254000"/>
                  <a:pt x="138906" y="248692"/>
                  <a:pt x="138906" y="242094"/>
                </a:cubicBezTo>
                <a:lnTo>
                  <a:pt x="138906" y="222250"/>
                </a:lnTo>
                <a:lnTo>
                  <a:pt x="166688" y="222250"/>
                </a:lnTo>
                <a:lnTo>
                  <a:pt x="166688" y="242094"/>
                </a:lnTo>
                <a:cubicBezTo>
                  <a:pt x="166688" y="248692"/>
                  <a:pt x="171996" y="254000"/>
                  <a:pt x="178594" y="254000"/>
                </a:cubicBezTo>
                <a:cubicBezTo>
                  <a:pt x="185192" y="254000"/>
                  <a:pt x="190500" y="248692"/>
                  <a:pt x="190500" y="242094"/>
                </a:cubicBezTo>
                <a:lnTo>
                  <a:pt x="190500" y="222250"/>
                </a:lnTo>
                <a:cubicBezTo>
                  <a:pt x="208012" y="222250"/>
                  <a:pt x="222250" y="208012"/>
                  <a:pt x="222250" y="190500"/>
                </a:cubicBezTo>
                <a:lnTo>
                  <a:pt x="242094" y="190500"/>
                </a:lnTo>
                <a:cubicBezTo>
                  <a:pt x="248692" y="190500"/>
                  <a:pt x="254000" y="185192"/>
                  <a:pt x="254000" y="178594"/>
                </a:cubicBezTo>
                <a:cubicBezTo>
                  <a:pt x="254000" y="171996"/>
                  <a:pt x="248692" y="166688"/>
                  <a:pt x="242094" y="166688"/>
                </a:cubicBezTo>
                <a:lnTo>
                  <a:pt x="222250" y="166688"/>
                </a:lnTo>
                <a:lnTo>
                  <a:pt x="222250" y="138906"/>
                </a:lnTo>
                <a:lnTo>
                  <a:pt x="242094" y="138906"/>
                </a:lnTo>
                <a:cubicBezTo>
                  <a:pt x="248692" y="138906"/>
                  <a:pt x="254000" y="133598"/>
                  <a:pt x="254000" y="127000"/>
                </a:cubicBezTo>
                <a:cubicBezTo>
                  <a:pt x="254000" y="120402"/>
                  <a:pt x="248692" y="115094"/>
                  <a:pt x="242094" y="115094"/>
                </a:cubicBezTo>
                <a:lnTo>
                  <a:pt x="222250" y="115094"/>
                </a:lnTo>
                <a:lnTo>
                  <a:pt x="222250" y="87313"/>
                </a:lnTo>
                <a:lnTo>
                  <a:pt x="242094" y="87313"/>
                </a:lnTo>
                <a:cubicBezTo>
                  <a:pt x="248692" y="87313"/>
                  <a:pt x="254000" y="82004"/>
                  <a:pt x="254000" y="75406"/>
                </a:cubicBezTo>
                <a:cubicBezTo>
                  <a:pt x="254000" y="68808"/>
                  <a:pt x="248692" y="63500"/>
                  <a:pt x="242094" y="63500"/>
                </a:cubicBezTo>
                <a:lnTo>
                  <a:pt x="222250" y="63500"/>
                </a:lnTo>
                <a:cubicBezTo>
                  <a:pt x="222250" y="45988"/>
                  <a:pt x="208012" y="31750"/>
                  <a:pt x="190500" y="31750"/>
                </a:cubicBezTo>
                <a:lnTo>
                  <a:pt x="190500" y="11906"/>
                </a:lnTo>
                <a:cubicBezTo>
                  <a:pt x="190500" y="5308"/>
                  <a:pt x="185192" y="0"/>
                  <a:pt x="178594" y="0"/>
                </a:cubicBezTo>
                <a:cubicBezTo>
                  <a:pt x="171996" y="0"/>
                  <a:pt x="166688" y="5308"/>
                  <a:pt x="166688" y="11906"/>
                </a:cubicBezTo>
                <a:lnTo>
                  <a:pt x="166688" y="31750"/>
                </a:lnTo>
                <a:lnTo>
                  <a:pt x="138906" y="31750"/>
                </a:lnTo>
                <a:lnTo>
                  <a:pt x="138906" y="11906"/>
                </a:lnTo>
                <a:cubicBezTo>
                  <a:pt x="138906" y="5308"/>
                  <a:pt x="133598" y="0"/>
                  <a:pt x="127000" y="0"/>
                </a:cubicBezTo>
                <a:cubicBezTo>
                  <a:pt x="120402" y="0"/>
                  <a:pt x="115094" y="5308"/>
                  <a:pt x="115094" y="11906"/>
                </a:cubicBezTo>
                <a:lnTo>
                  <a:pt x="115094" y="31750"/>
                </a:lnTo>
                <a:lnTo>
                  <a:pt x="87313" y="31750"/>
                </a:lnTo>
                <a:lnTo>
                  <a:pt x="87313" y="11906"/>
                </a:lnTo>
                <a:close/>
                <a:moveTo>
                  <a:pt x="79375" y="63500"/>
                </a:moveTo>
                <a:lnTo>
                  <a:pt x="174625" y="63500"/>
                </a:lnTo>
                <a:cubicBezTo>
                  <a:pt x="183406" y="63500"/>
                  <a:pt x="190500" y="70594"/>
                  <a:pt x="190500" y="79375"/>
                </a:cubicBezTo>
                <a:lnTo>
                  <a:pt x="190500" y="174625"/>
                </a:lnTo>
                <a:cubicBezTo>
                  <a:pt x="190500" y="183406"/>
                  <a:pt x="183406" y="190500"/>
                  <a:pt x="174625" y="190500"/>
                </a:cubicBezTo>
                <a:lnTo>
                  <a:pt x="79375" y="190500"/>
                </a:lnTo>
                <a:cubicBezTo>
                  <a:pt x="70594" y="190500"/>
                  <a:pt x="63500" y="183406"/>
                  <a:pt x="63500" y="174625"/>
                </a:cubicBezTo>
                <a:lnTo>
                  <a:pt x="63500" y="79375"/>
                </a:lnTo>
                <a:cubicBezTo>
                  <a:pt x="63500" y="70594"/>
                  <a:pt x="70594" y="63500"/>
                  <a:pt x="79375" y="63500"/>
                </a:cubicBezTo>
                <a:close/>
                <a:moveTo>
                  <a:pt x="87313" y="87313"/>
                </a:moveTo>
                <a:lnTo>
                  <a:pt x="87313" y="166688"/>
                </a:lnTo>
                <a:lnTo>
                  <a:pt x="166688" y="166688"/>
                </a:lnTo>
                <a:lnTo>
                  <a:pt x="166688" y="87313"/>
                </a:lnTo>
                <a:lnTo>
                  <a:pt x="87313" y="87313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7632370" y="5509684"/>
            <a:ext cx="116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Processing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24872" y="548216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394825" y="5219700"/>
            <a:ext cx="901700" cy="774700"/>
          </a:xfrm>
          <a:custGeom>
            <a:avLst/>
            <a:gdLst/>
            <a:ahLst/>
            <a:cxnLst/>
            <a:rect l="l" t="t" r="r" b="b"/>
            <a:pathLst>
              <a:path w="901700" h="774700">
                <a:moveTo>
                  <a:pt x="101602" y="0"/>
                </a:moveTo>
                <a:lnTo>
                  <a:pt x="800098" y="0"/>
                </a:lnTo>
                <a:cubicBezTo>
                  <a:pt x="856211" y="0"/>
                  <a:pt x="901700" y="45489"/>
                  <a:pt x="901700" y="101602"/>
                </a:cubicBezTo>
                <a:lnTo>
                  <a:pt x="901700" y="673098"/>
                </a:lnTo>
                <a:cubicBezTo>
                  <a:pt x="901700" y="729211"/>
                  <a:pt x="856211" y="774700"/>
                  <a:pt x="800098" y="774700"/>
                </a:cubicBezTo>
                <a:lnTo>
                  <a:pt x="101602" y="774700"/>
                </a:lnTo>
                <a:cubicBezTo>
                  <a:pt x="45489" y="774700"/>
                  <a:pt x="0" y="729211"/>
                  <a:pt x="0" y="6730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9204" y="53276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34" name="Text 32"/>
          <p:cNvSpPr/>
          <p:nvPr/>
        </p:nvSpPr>
        <p:spPr>
          <a:xfrm>
            <a:off x="9509125" y="5636684"/>
            <a:ext cx="67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850034" y="2146300"/>
            <a:ext cx="4889500" cy="4965700"/>
          </a:xfrm>
          <a:custGeom>
            <a:avLst/>
            <a:gdLst/>
            <a:ahLst/>
            <a:cxnLst/>
            <a:rect l="l" t="t" r="r" b="b"/>
            <a:pathLst>
              <a:path w="4889500" h="4965700">
                <a:moveTo>
                  <a:pt x="152406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4813294"/>
                </a:lnTo>
                <a:cubicBezTo>
                  <a:pt x="4889500" y="4897409"/>
                  <a:pt x="4821209" y="4965700"/>
                  <a:pt x="4737094" y="4965700"/>
                </a:cubicBezTo>
                <a:lnTo>
                  <a:pt x="152406" y="4965700"/>
                </a:lnTo>
                <a:cubicBezTo>
                  <a:pt x="68291" y="4965700"/>
                  <a:pt x="0" y="4897409"/>
                  <a:pt x="0" y="4813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32FF7D">
                  <a:alpha val="5000"/>
                </a:srgbClr>
              </a:gs>
            </a:gsLst>
            <a:lin ang="2700000" scaled="1"/>
          </a:gradFill>
          <a:ln w="254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16734" y="2413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335809" y="2628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8" name="Text 36"/>
          <p:cNvSpPr/>
          <p:nvPr/>
        </p:nvSpPr>
        <p:spPr>
          <a:xfrm>
            <a:off x="11116734" y="3429000"/>
            <a:ext cx="450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Multi-Model Intelligence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16734" y="3987800"/>
            <a:ext cx="44704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multiple AI models for comprehensive analysis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123084" y="494030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332634" y="509905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38100" y="38100"/>
                </a:moveTo>
                <a:cubicBezTo>
                  <a:pt x="38100" y="17066"/>
                  <a:pt x="55166" y="0"/>
                  <a:pt x="76200" y="0"/>
                </a:cubicBezTo>
                <a:cubicBezTo>
                  <a:pt x="96163" y="0"/>
                  <a:pt x="112554" y="15359"/>
                  <a:pt x="114181" y="34925"/>
                </a:cubicBezTo>
                <a:lnTo>
                  <a:pt x="92075" y="34925"/>
                </a:lnTo>
                <a:cubicBezTo>
                  <a:pt x="86797" y="34925"/>
                  <a:pt x="82550" y="39172"/>
                  <a:pt x="82550" y="44450"/>
                </a:cubicBezTo>
                <a:cubicBezTo>
                  <a:pt x="82550" y="49728"/>
                  <a:pt x="86797" y="53975"/>
                  <a:pt x="92075" y="53975"/>
                </a:cubicBezTo>
                <a:lnTo>
                  <a:pt x="114300" y="53975"/>
                </a:lnTo>
                <a:lnTo>
                  <a:pt x="114300" y="73025"/>
                </a:lnTo>
                <a:lnTo>
                  <a:pt x="92075" y="73025"/>
                </a:lnTo>
                <a:cubicBezTo>
                  <a:pt x="86797" y="73025"/>
                  <a:pt x="82550" y="77272"/>
                  <a:pt x="82550" y="82550"/>
                </a:cubicBezTo>
                <a:cubicBezTo>
                  <a:pt x="82550" y="87828"/>
                  <a:pt x="86797" y="92075"/>
                  <a:pt x="92075" y="92075"/>
                </a:cubicBezTo>
                <a:lnTo>
                  <a:pt x="114181" y="92075"/>
                </a:lnTo>
                <a:cubicBezTo>
                  <a:pt x="112554" y="111641"/>
                  <a:pt x="96202" y="127000"/>
                  <a:pt x="76200" y="127000"/>
                </a:cubicBezTo>
                <a:cubicBezTo>
                  <a:pt x="55166" y="127000"/>
                  <a:pt x="38100" y="109934"/>
                  <a:pt x="38100" y="88900"/>
                </a:cubicBezTo>
                <a:lnTo>
                  <a:pt x="38100" y="38100"/>
                </a:lnTo>
                <a:close/>
                <a:moveTo>
                  <a:pt x="9525" y="63500"/>
                </a:moveTo>
                <a:cubicBezTo>
                  <a:pt x="14803" y="63500"/>
                  <a:pt x="19050" y="67747"/>
                  <a:pt x="19050" y="73025"/>
                </a:cubicBezTo>
                <a:lnTo>
                  <a:pt x="19050" y="88900"/>
                </a:lnTo>
                <a:cubicBezTo>
                  <a:pt x="19050" y="120452"/>
                  <a:pt x="44648" y="146050"/>
                  <a:pt x="76200" y="146050"/>
                </a:cubicBezTo>
                <a:cubicBezTo>
                  <a:pt x="107752" y="146050"/>
                  <a:pt x="133350" y="120452"/>
                  <a:pt x="133350" y="88900"/>
                </a:cubicBezTo>
                <a:lnTo>
                  <a:pt x="133350" y="73025"/>
                </a:lnTo>
                <a:cubicBezTo>
                  <a:pt x="133350" y="67747"/>
                  <a:pt x="137597" y="63500"/>
                  <a:pt x="142875" y="63500"/>
                </a:cubicBezTo>
                <a:cubicBezTo>
                  <a:pt x="148153" y="63500"/>
                  <a:pt x="152400" y="67747"/>
                  <a:pt x="152400" y="73025"/>
                </a:cubicBezTo>
                <a:lnTo>
                  <a:pt x="152400" y="88900"/>
                </a:lnTo>
                <a:cubicBezTo>
                  <a:pt x="152400" y="127754"/>
                  <a:pt x="123309" y="159822"/>
                  <a:pt x="85725" y="164505"/>
                </a:cubicBezTo>
                <a:lnTo>
                  <a:pt x="85725" y="184150"/>
                </a:lnTo>
                <a:lnTo>
                  <a:pt x="104775" y="184150"/>
                </a:lnTo>
                <a:cubicBezTo>
                  <a:pt x="110053" y="184150"/>
                  <a:pt x="114300" y="188397"/>
                  <a:pt x="114300" y="193675"/>
                </a:cubicBezTo>
                <a:cubicBezTo>
                  <a:pt x="114300" y="198953"/>
                  <a:pt x="110053" y="203200"/>
                  <a:pt x="104775" y="203200"/>
                </a:cubicBezTo>
                <a:lnTo>
                  <a:pt x="47625" y="203200"/>
                </a:lnTo>
                <a:cubicBezTo>
                  <a:pt x="42347" y="203200"/>
                  <a:pt x="38100" y="198953"/>
                  <a:pt x="38100" y="193675"/>
                </a:cubicBezTo>
                <a:cubicBezTo>
                  <a:pt x="38100" y="188397"/>
                  <a:pt x="42347" y="184150"/>
                  <a:pt x="47625" y="184150"/>
                </a:cubicBezTo>
                <a:lnTo>
                  <a:pt x="66675" y="184150"/>
                </a:lnTo>
                <a:lnTo>
                  <a:pt x="66675" y="164505"/>
                </a:lnTo>
                <a:cubicBezTo>
                  <a:pt x="29091" y="159822"/>
                  <a:pt x="0" y="127754"/>
                  <a:pt x="0" y="88900"/>
                </a:cubicBezTo>
                <a:lnTo>
                  <a:pt x="0" y="73025"/>
                </a:lnTo>
                <a:cubicBezTo>
                  <a:pt x="0" y="67747"/>
                  <a:pt x="4247" y="63500"/>
                  <a:pt x="9525" y="6350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11688234" y="504825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Transcription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123084" y="562610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D4EDD">
              <a:alpha val="10196"/>
            </a:srgbClr>
          </a:solidFill>
          <a:ln w="12700">
            <a:solidFill>
              <a:srgbClr val="9D4EDD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307234" y="57848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4427" y="2778"/>
                </a:moveTo>
                <a:cubicBezTo>
                  <a:pt x="178157" y="-953"/>
                  <a:pt x="184190" y="-953"/>
                  <a:pt x="187881" y="2778"/>
                </a:cubicBezTo>
                <a:lnTo>
                  <a:pt x="200581" y="15478"/>
                </a:lnTo>
                <a:cubicBezTo>
                  <a:pt x="204311" y="19209"/>
                  <a:pt x="204311" y="25241"/>
                  <a:pt x="200581" y="28932"/>
                </a:cubicBezTo>
                <a:lnTo>
                  <a:pt x="166053" y="63460"/>
                </a:lnTo>
                <a:lnTo>
                  <a:pt x="181531" y="78938"/>
                </a:lnTo>
                <a:cubicBezTo>
                  <a:pt x="184269" y="81677"/>
                  <a:pt x="185063" y="85765"/>
                  <a:pt x="183594" y="89337"/>
                </a:cubicBezTo>
                <a:cubicBezTo>
                  <a:pt x="182126" y="92908"/>
                  <a:pt x="178673" y="95250"/>
                  <a:pt x="174823" y="95250"/>
                </a:cubicBezTo>
                <a:lnTo>
                  <a:pt x="117673" y="95250"/>
                </a:lnTo>
                <a:cubicBezTo>
                  <a:pt x="112395" y="95250"/>
                  <a:pt x="108148" y="91003"/>
                  <a:pt x="108148" y="85725"/>
                </a:cubicBezTo>
                <a:lnTo>
                  <a:pt x="108148" y="28575"/>
                </a:lnTo>
                <a:cubicBezTo>
                  <a:pt x="108148" y="24725"/>
                  <a:pt x="110450" y="21233"/>
                  <a:pt x="114022" y="19764"/>
                </a:cubicBezTo>
                <a:cubicBezTo>
                  <a:pt x="117594" y="18296"/>
                  <a:pt x="121682" y="19090"/>
                  <a:pt x="124420" y="21828"/>
                </a:cubicBezTo>
                <a:lnTo>
                  <a:pt x="139898" y="37306"/>
                </a:lnTo>
                <a:lnTo>
                  <a:pt x="174427" y="2778"/>
                </a:lnTo>
                <a:close/>
                <a:moveTo>
                  <a:pt x="28773" y="107950"/>
                </a:moveTo>
                <a:lnTo>
                  <a:pt x="85923" y="107950"/>
                </a:lnTo>
                <a:cubicBezTo>
                  <a:pt x="91202" y="107950"/>
                  <a:pt x="95448" y="112197"/>
                  <a:pt x="95448" y="117475"/>
                </a:cubicBezTo>
                <a:lnTo>
                  <a:pt x="95448" y="174625"/>
                </a:lnTo>
                <a:cubicBezTo>
                  <a:pt x="95448" y="178475"/>
                  <a:pt x="93147" y="181967"/>
                  <a:pt x="89575" y="183436"/>
                </a:cubicBezTo>
                <a:cubicBezTo>
                  <a:pt x="86003" y="184904"/>
                  <a:pt x="81915" y="184110"/>
                  <a:pt x="79177" y="181372"/>
                </a:cubicBezTo>
                <a:lnTo>
                  <a:pt x="63698" y="165894"/>
                </a:lnTo>
                <a:lnTo>
                  <a:pt x="29170" y="200422"/>
                </a:lnTo>
                <a:cubicBezTo>
                  <a:pt x="25440" y="204152"/>
                  <a:pt x="19407" y="204152"/>
                  <a:pt x="15716" y="200422"/>
                </a:cubicBezTo>
                <a:lnTo>
                  <a:pt x="3016" y="187722"/>
                </a:lnTo>
                <a:cubicBezTo>
                  <a:pt x="-714" y="183991"/>
                  <a:pt x="-714" y="177959"/>
                  <a:pt x="3016" y="174268"/>
                </a:cubicBezTo>
                <a:lnTo>
                  <a:pt x="37544" y="139740"/>
                </a:lnTo>
                <a:lnTo>
                  <a:pt x="22066" y="124262"/>
                </a:lnTo>
                <a:cubicBezTo>
                  <a:pt x="19328" y="121523"/>
                  <a:pt x="18534" y="117435"/>
                  <a:pt x="20002" y="113863"/>
                </a:cubicBezTo>
                <a:cubicBezTo>
                  <a:pt x="21471" y="110292"/>
                  <a:pt x="24924" y="107950"/>
                  <a:pt x="28773" y="10795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45" name="Text 43"/>
          <p:cNvSpPr/>
          <p:nvPr/>
        </p:nvSpPr>
        <p:spPr>
          <a:xfrm>
            <a:off x="11688234" y="573405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23084" y="631190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2FF7D">
              <a:alpha val="10196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307234" y="64706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5643" y="127754"/>
                </a:moveTo>
                <a:cubicBezTo>
                  <a:pt x="73739" y="138867"/>
                  <a:pt x="86836" y="146050"/>
                  <a:pt x="101600" y="146050"/>
                </a:cubicBezTo>
                <a:cubicBezTo>
                  <a:pt x="116364" y="146050"/>
                  <a:pt x="129461" y="138867"/>
                  <a:pt x="137557" y="127754"/>
                </a:cubicBezTo>
                <a:cubicBezTo>
                  <a:pt x="140653" y="123507"/>
                  <a:pt x="146606" y="122555"/>
                  <a:pt x="150852" y="125651"/>
                </a:cubicBezTo>
                <a:cubicBezTo>
                  <a:pt x="155099" y="128746"/>
                  <a:pt x="156051" y="134699"/>
                  <a:pt x="152956" y="138946"/>
                </a:cubicBezTo>
                <a:cubicBezTo>
                  <a:pt x="141407" y="154781"/>
                  <a:pt x="122714" y="165100"/>
                  <a:pt x="101600" y="165100"/>
                </a:cubicBezTo>
                <a:cubicBezTo>
                  <a:pt x="80486" y="165100"/>
                  <a:pt x="61793" y="154781"/>
                  <a:pt x="50244" y="138946"/>
                </a:cubicBezTo>
                <a:cubicBezTo>
                  <a:pt x="47149" y="134699"/>
                  <a:pt x="48101" y="128746"/>
                  <a:pt x="52348" y="125651"/>
                </a:cubicBezTo>
                <a:cubicBezTo>
                  <a:pt x="56594" y="122555"/>
                  <a:pt x="62547" y="123508"/>
                  <a:pt x="65643" y="127754"/>
                </a:cubicBezTo>
                <a:close/>
                <a:moveTo>
                  <a:pt x="57150" y="82550"/>
                </a:moveTo>
                <a:cubicBezTo>
                  <a:pt x="57150" y="75541"/>
                  <a:pt x="62841" y="69850"/>
                  <a:pt x="69850" y="69850"/>
                </a:cubicBezTo>
                <a:cubicBezTo>
                  <a:pt x="76859" y="69850"/>
                  <a:pt x="82550" y="75541"/>
                  <a:pt x="82550" y="82550"/>
                </a:cubicBezTo>
                <a:cubicBezTo>
                  <a:pt x="82550" y="89559"/>
                  <a:pt x="76859" y="95250"/>
                  <a:pt x="69850" y="95250"/>
                </a:cubicBezTo>
                <a:cubicBezTo>
                  <a:pt x="62841" y="95250"/>
                  <a:pt x="57150" y="89559"/>
                  <a:pt x="57150" y="82550"/>
                </a:cubicBezTo>
                <a:close/>
                <a:moveTo>
                  <a:pt x="133350" y="69850"/>
                </a:moveTo>
                <a:cubicBezTo>
                  <a:pt x="140359" y="69850"/>
                  <a:pt x="146050" y="75541"/>
                  <a:pt x="146050" y="82550"/>
                </a:cubicBezTo>
                <a:cubicBezTo>
                  <a:pt x="146050" y="89559"/>
                  <a:pt x="140359" y="95250"/>
                  <a:pt x="133350" y="95250"/>
                </a:cubicBezTo>
                <a:cubicBezTo>
                  <a:pt x="126341" y="95250"/>
                  <a:pt x="120650" y="89559"/>
                  <a:pt x="120650" y="82550"/>
                </a:cubicBezTo>
                <a:cubicBezTo>
                  <a:pt x="120650" y="75541"/>
                  <a:pt x="126341" y="69850"/>
                  <a:pt x="133350" y="6985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48" name="Text 46"/>
          <p:cNvSpPr/>
          <p:nvPr/>
        </p:nvSpPr>
        <p:spPr>
          <a:xfrm>
            <a:off x="11688234" y="641985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4350" y="7327900"/>
            <a:ext cx="15227300" cy="1841500"/>
          </a:xfrm>
          <a:custGeom>
            <a:avLst/>
            <a:gdLst/>
            <a:ahLst/>
            <a:cxnLst/>
            <a:rect l="l" t="t" r="r" b="b"/>
            <a:pathLst>
              <a:path w="15227300" h="1841500">
                <a:moveTo>
                  <a:pt x="152403" y="0"/>
                </a:moveTo>
                <a:lnTo>
                  <a:pt x="15074897" y="0"/>
                </a:lnTo>
                <a:cubicBezTo>
                  <a:pt x="15159067" y="0"/>
                  <a:pt x="15227300" y="68233"/>
                  <a:pt x="15227300" y="152403"/>
                </a:cubicBezTo>
                <a:lnTo>
                  <a:pt x="15227300" y="1689097"/>
                </a:lnTo>
                <a:cubicBezTo>
                  <a:pt x="15227300" y="1773267"/>
                  <a:pt x="15159067" y="1841500"/>
                  <a:pt x="15074897" y="1841500"/>
                </a:cubicBezTo>
                <a:lnTo>
                  <a:pt x="152403" y="1841500"/>
                </a:lnTo>
                <a:cubicBezTo>
                  <a:pt x="68233" y="1841500"/>
                  <a:pt x="0" y="1773267"/>
                  <a:pt x="0" y="16890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0D0D0D"/>
              </a:gs>
            </a:gsLst>
            <a:lin ang="0" scaled="1"/>
          </a:gra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2000" y="7588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51" name="Text 49"/>
          <p:cNvSpPr/>
          <p:nvPr/>
        </p:nvSpPr>
        <p:spPr>
          <a:xfrm>
            <a:off x="1104900" y="7537450"/>
            <a:ext cx="1457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09600" y="8096250"/>
            <a:ext cx="378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95%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3100" y="865505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Reduction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62450" y="8096250"/>
            <a:ext cx="378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25950" y="865505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Processing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15300" y="8096250"/>
            <a:ext cx="378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78800" y="865505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Transmitted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868150" y="8096250"/>
            <a:ext cx="378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24/7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931650" y="865505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975e2eb4a8fa100c1c67c9d19973a5a8766bb300.jp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444" r="444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🔧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2400" y="508000"/>
            <a:ext cx="600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22400" y="1320800"/>
            <a:ext cx="582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the Hood: The Processing Pipeline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514350" y="2139950"/>
            <a:ext cx="15227300" cy="8648700"/>
          </a:xfrm>
          <a:custGeom>
            <a:avLst/>
            <a:gdLst/>
            <a:ahLst/>
            <a:cxnLst/>
            <a:rect l="l" t="t" r="r" b="b"/>
            <a:pathLst>
              <a:path w="15227300" h="8648700">
                <a:moveTo>
                  <a:pt x="152390" y="0"/>
                </a:moveTo>
                <a:lnTo>
                  <a:pt x="15074910" y="0"/>
                </a:lnTo>
                <a:cubicBezTo>
                  <a:pt x="15159073" y="0"/>
                  <a:pt x="15227300" y="68227"/>
                  <a:pt x="15227300" y="152390"/>
                </a:cubicBezTo>
                <a:lnTo>
                  <a:pt x="15227300" y="8496310"/>
                </a:lnTo>
                <a:cubicBezTo>
                  <a:pt x="15227300" y="8580473"/>
                  <a:pt x="15159073" y="8648700"/>
                  <a:pt x="15074910" y="8648700"/>
                </a:cubicBezTo>
                <a:lnTo>
                  <a:pt x="152390" y="8648700"/>
                </a:lnTo>
                <a:cubicBezTo>
                  <a:pt x="68227" y="8648700"/>
                  <a:pt x="0" y="8580473"/>
                  <a:pt x="0" y="849631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>
                  <a:alpha val="80000"/>
                </a:srgbClr>
              </a:gs>
              <a:gs pos="100000">
                <a:srgbClr val="0D0D0D"/>
              </a:gs>
            </a:gsLst>
            <a:lin ang="2700000" scaled="1"/>
          </a:gra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4700" y="2590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08075" y="2768600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97050" y="2406650"/>
            <a:ext cx="13677900" cy="1181100"/>
          </a:xfrm>
          <a:custGeom>
            <a:avLst/>
            <a:gdLst/>
            <a:ahLst/>
            <a:cxnLst/>
            <a:rect l="l" t="t" r="r" b="b"/>
            <a:pathLst>
              <a:path w="13677900" h="1181100">
                <a:moveTo>
                  <a:pt x="152397" y="0"/>
                </a:moveTo>
                <a:lnTo>
                  <a:pt x="13525503" y="0"/>
                </a:lnTo>
                <a:cubicBezTo>
                  <a:pt x="13609669" y="0"/>
                  <a:pt x="13677900" y="68231"/>
                  <a:pt x="13677900" y="152397"/>
                </a:cubicBezTo>
                <a:lnTo>
                  <a:pt x="13677900" y="1028703"/>
                </a:lnTo>
                <a:cubicBezTo>
                  <a:pt x="13677900" y="1112869"/>
                  <a:pt x="13609669" y="1181100"/>
                  <a:pt x="13525503" y="1181100"/>
                </a:cubicBezTo>
                <a:lnTo>
                  <a:pt x="152397" y="1181100"/>
                </a:lnTo>
                <a:cubicBezTo>
                  <a:pt x="68231" y="1181100"/>
                  <a:pt x="0" y="1112869"/>
                  <a:pt x="0" y="10287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0" scaled="1"/>
          </a:gra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06600" y="261620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 Streamlit UI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06600" y="3073400"/>
            <a:ext cx="612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file upload interface supporting .mp3 and .wav formats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484298" y="2734735"/>
            <a:ext cx="736600" cy="520700"/>
          </a:xfrm>
          <a:custGeom>
            <a:avLst/>
            <a:gdLst/>
            <a:ahLst/>
            <a:cxnLst/>
            <a:rect l="l" t="t" r="r" b="b"/>
            <a:pathLst>
              <a:path w="736600" h="520700">
                <a:moveTo>
                  <a:pt x="101599" y="0"/>
                </a:moveTo>
                <a:lnTo>
                  <a:pt x="635001" y="0"/>
                </a:lnTo>
                <a:cubicBezTo>
                  <a:pt x="691113" y="0"/>
                  <a:pt x="736600" y="45487"/>
                  <a:pt x="736600" y="101599"/>
                </a:cubicBezTo>
                <a:lnTo>
                  <a:pt x="736600" y="419101"/>
                </a:lnTo>
                <a:cubicBezTo>
                  <a:pt x="736600" y="475213"/>
                  <a:pt x="691113" y="520700"/>
                  <a:pt x="6350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757348" y="2842685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129877" y="120898"/>
                </a:moveTo>
                <a:cubicBezTo>
                  <a:pt x="125363" y="117773"/>
                  <a:pt x="119211" y="118864"/>
                  <a:pt x="116086" y="123379"/>
                </a:cubicBezTo>
                <a:cubicBezTo>
                  <a:pt x="112961" y="127893"/>
                  <a:pt x="114052" y="134045"/>
                  <a:pt x="118566" y="137170"/>
                </a:cubicBezTo>
                <a:cubicBezTo>
                  <a:pt x="130423" y="145455"/>
                  <a:pt x="138113" y="159147"/>
                  <a:pt x="138113" y="174625"/>
                </a:cubicBezTo>
                <a:cubicBezTo>
                  <a:pt x="138113" y="190103"/>
                  <a:pt x="130373" y="203845"/>
                  <a:pt x="118566" y="212080"/>
                </a:cubicBezTo>
                <a:cubicBezTo>
                  <a:pt x="114052" y="215205"/>
                  <a:pt x="112961" y="221407"/>
                  <a:pt x="116086" y="225871"/>
                </a:cubicBezTo>
                <a:cubicBezTo>
                  <a:pt x="119211" y="230336"/>
                  <a:pt x="125413" y="231477"/>
                  <a:pt x="129877" y="228352"/>
                </a:cubicBezTo>
                <a:cubicBezTo>
                  <a:pt x="146794" y="216545"/>
                  <a:pt x="157956" y="196850"/>
                  <a:pt x="157956" y="174625"/>
                </a:cubicBezTo>
                <a:cubicBezTo>
                  <a:pt x="157956" y="152400"/>
                  <a:pt x="146844" y="132705"/>
                  <a:pt x="129877" y="120898"/>
                </a:cubicBezTo>
                <a:close/>
                <a:moveTo>
                  <a:pt x="39688" y="154781"/>
                </a:moveTo>
                <a:cubicBezTo>
                  <a:pt x="35322" y="154781"/>
                  <a:pt x="31750" y="158353"/>
                  <a:pt x="31750" y="162719"/>
                </a:cubicBezTo>
                <a:lnTo>
                  <a:pt x="31750" y="186531"/>
                </a:lnTo>
                <a:cubicBezTo>
                  <a:pt x="31750" y="190897"/>
                  <a:pt x="35322" y="194469"/>
                  <a:pt x="39688" y="194469"/>
                </a:cubicBezTo>
                <a:lnTo>
                  <a:pt x="51594" y="194469"/>
                </a:lnTo>
                <a:lnTo>
                  <a:pt x="65088" y="211336"/>
                </a:lnTo>
                <a:cubicBezTo>
                  <a:pt x="66576" y="213221"/>
                  <a:pt x="68858" y="214313"/>
                  <a:pt x="71289" y="214313"/>
                </a:cubicBezTo>
                <a:lnTo>
                  <a:pt x="71438" y="214313"/>
                </a:lnTo>
                <a:cubicBezTo>
                  <a:pt x="75803" y="214313"/>
                  <a:pt x="79375" y="210741"/>
                  <a:pt x="79375" y="206375"/>
                </a:cubicBezTo>
                <a:lnTo>
                  <a:pt x="79375" y="142875"/>
                </a:lnTo>
                <a:cubicBezTo>
                  <a:pt x="79375" y="138509"/>
                  <a:pt x="75803" y="134938"/>
                  <a:pt x="71438" y="134938"/>
                </a:cubicBezTo>
                <a:lnTo>
                  <a:pt x="71289" y="134938"/>
                </a:lnTo>
                <a:cubicBezTo>
                  <a:pt x="68858" y="134938"/>
                  <a:pt x="66576" y="136029"/>
                  <a:pt x="65088" y="137914"/>
                </a:cubicBezTo>
                <a:lnTo>
                  <a:pt x="51594" y="154781"/>
                </a:lnTo>
                <a:lnTo>
                  <a:pt x="39687" y="154781"/>
                </a:lnTo>
                <a:close/>
                <a:moveTo>
                  <a:pt x="103188" y="190599"/>
                </a:moveTo>
                <a:cubicBezTo>
                  <a:pt x="103188" y="195907"/>
                  <a:pt x="108396" y="199628"/>
                  <a:pt x="112564" y="196354"/>
                </a:cubicBezTo>
                <a:cubicBezTo>
                  <a:pt x="118963" y="191244"/>
                  <a:pt x="123031" y="183406"/>
                  <a:pt x="123031" y="174625"/>
                </a:cubicBezTo>
                <a:cubicBezTo>
                  <a:pt x="123031" y="165844"/>
                  <a:pt x="118963" y="158006"/>
                  <a:pt x="112564" y="152896"/>
                </a:cubicBezTo>
                <a:cubicBezTo>
                  <a:pt x="108396" y="149572"/>
                  <a:pt x="103188" y="153343"/>
                  <a:pt x="103188" y="158651"/>
                </a:cubicBezTo>
                <a:lnTo>
                  <a:pt x="103188" y="19064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6" name="Shape 13"/>
          <p:cNvSpPr/>
          <p:nvPr/>
        </p:nvSpPr>
        <p:spPr>
          <a:xfrm>
            <a:off x="13385998" y="273685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101599" y="0"/>
                </a:moveTo>
                <a:lnTo>
                  <a:pt x="762001" y="0"/>
                </a:lnTo>
                <a:cubicBezTo>
                  <a:pt x="818113" y="0"/>
                  <a:pt x="863600" y="45487"/>
                  <a:pt x="863600" y="101599"/>
                </a:cubicBezTo>
                <a:lnTo>
                  <a:pt x="863600" y="419101"/>
                </a:lnTo>
                <a:cubicBezTo>
                  <a:pt x="863600" y="475213"/>
                  <a:pt x="818113" y="520700"/>
                  <a:pt x="7620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95548" y="2882900"/>
            <a:ext cx="549473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.mp3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4418072" y="2736850"/>
            <a:ext cx="838200" cy="520700"/>
          </a:xfrm>
          <a:custGeom>
            <a:avLst/>
            <a:gdLst/>
            <a:ahLst/>
            <a:cxnLst/>
            <a:rect l="l" t="t" r="r" b="b"/>
            <a:pathLst>
              <a:path w="838200" h="520700">
                <a:moveTo>
                  <a:pt x="101599" y="0"/>
                </a:moveTo>
                <a:lnTo>
                  <a:pt x="736601" y="0"/>
                </a:lnTo>
                <a:cubicBezTo>
                  <a:pt x="792713" y="0"/>
                  <a:pt x="838200" y="45487"/>
                  <a:pt x="838200" y="101599"/>
                </a:cubicBezTo>
                <a:lnTo>
                  <a:pt x="838200" y="419101"/>
                </a:lnTo>
                <a:cubicBezTo>
                  <a:pt x="838200" y="475213"/>
                  <a:pt x="792713" y="520700"/>
                  <a:pt x="7366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627622" y="2882900"/>
            <a:ext cx="523478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.wav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13700" y="3746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74700" y="4394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80889" y="4572000"/>
            <a:ext cx="39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797050" y="4210050"/>
            <a:ext cx="13677900" cy="1181100"/>
          </a:xfrm>
          <a:custGeom>
            <a:avLst/>
            <a:gdLst/>
            <a:ahLst/>
            <a:cxnLst/>
            <a:rect l="l" t="t" r="r" b="b"/>
            <a:pathLst>
              <a:path w="13677900" h="1181100">
                <a:moveTo>
                  <a:pt x="152397" y="0"/>
                </a:moveTo>
                <a:lnTo>
                  <a:pt x="13525503" y="0"/>
                </a:lnTo>
                <a:cubicBezTo>
                  <a:pt x="13609669" y="0"/>
                  <a:pt x="13677900" y="68231"/>
                  <a:pt x="13677900" y="152397"/>
                </a:cubicBezTo>
                <a:lnTo>
                  <a:pt x="13677900" y="1028703"/>
                </a:lnTo>
                <a:cubicBezTo>
                  <a:pt x="13677900" y="1112869"/>
                  <a:pt x="13609669" y="1181100"/>
                  <a:pt x="13525503" y="1181100"/>
                </a:cubicBezTo>
                <a:lnTo>
                  <a:pt x="152397" y="1181100"/>
                </a:lnTo>
                <a:cubicBezTo>
                  <a:pt x="68231" y="1181100"/>
                  <a:pt x="0" y="1112869"/>
                  <a:pt x="0" y="10287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0" scaled="1"/>
          </a:gra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06600" y="4419600"/>
            <a:ext cx="678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Preprocessing: Librosa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006600" y="48768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conversion to 16kHz standard format for optimal AI model processing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275469" y="4470400"/>
            <a:ext cx="111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16kHz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307219" y="4876800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Rate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4522450" y="4538135"/>
            <a:ext cx="736600" cy="520700"/>
          </a:xfrm>
          <a:custGeom>
            <a:avLst/>
            <a:gdLst/>
            <a:ahLst/>
            <a:cxnLst/>
            <a:rect l="l" t="t" r="r" b="b"/>
            <a:pathLst>
              <a:path w="736600" h="520700">
                <a:moveTo>
                  <a:pt x="101599" y="0"/>
                </a:moveTo>
                <a:lnTo>
                  <a:pt x="635001" y="0"/>
                </a:lnTo>
                <a:cubicBezTo>
                  <a:pt x="691113" y="0"/>
                  <a:pt x="736600" y="45487"/>
                  <a:pt x="736600" y="101599"/>
                </a:cubicBezTo>
                <a:lnTo>
                  <a:pt x="736600" y="419101"/>
                </a:lnTo>
                <a:cubicBezTo>
                  <a:pt x="736600" y="475213"/>
                  <a:pt x="691113" y="520700"/>
                  <a:pt x="6350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763750" y="464608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47625"/>
                </a:moveTo>
                <a:cubicBezTo>
                  <a:pt x="31750" y="38844"/>
                  <a:pt x="38844" y="31750"/>
                  <a:pt x="47625" y="31750"/>
                </a:cubicBezTo>
                <a:lnTo>
                  <a:pt x="127000" y="31750"/>
                </a:lnTo>
                <a:cubicBezTo>
                  <a:pt x="135781" y="31750"/>
                  <a:pt x="142875" y="38844"/>
                  <a:pt x="142875" y="47625"/>
                </a:cubicBezTo>
                <a:lnTo>
                  <a:pt x="142875" y="190500"/>
                </a:lnTo>
                <a:lnTo>
                  <a:pt x="190500" y="190500"/>
                </a:lnTo>
                <a:lnTo>
                  <a:pt x="190500" y="127000"/>
                </a:lnTo>
                <a:cubicBezTo>
                  <a:pt x="190500" y="118219"/>
                  <a:pt x="197594" y="111125"/>
                  <a:pt x="206375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222250" y="142875"/>
                </a:lnTo>
                <a:lnTo>
                  <a:pt x="222250" y="206375"/>
                </a:lnTo>
                <a:cubicBezTo>
                  <a:pt x="222250" y="215156"/>
                  <a:pt x="215156" y="222250"/>
                  <a:pt x="206375" y="222250"/>
                </a:cubicBezTo>
                <a:lnTo>
                  <a:pt x="127000" y="222250"/>
                </a:lnTo>
                <a:cubicBezTo>
                  <a:pt x="118219" y="222250"/>
                  <a:pt x="111125" y="215156"/>
                  <a:pt x="111125" y="206375"/>
                </a:cubicBezTo>
                <a:lnTo>
                  <a:pt x="111125" y="63500"/>
                </a:lnTo>
                <a:lnTo>
                  <a:pt x="63500" y="63500"/>
                </a:lnTo>
                <a:lnTo>
                  <a:pt x="63500" y="127000"/>
                </a:lnTo>
                <a:cubicBezTo>
                  <a:pt x="63500" y="135781"/>
                  <a:pt x="56406" y="142875"/>
                  <a:pt x="47625" y="142875"/>
                </a:cubicBezTo>
                <a:lnTo>
                  <a:pt x="15875" y="142875"/>
                </a:lnTo>
                <a:cubicBezTo>
                  <a:pt x="7094" y="142875"/>
                  <a:pt x="0" y="135781"/>
                  <a:pt x="0" y="127000"/>
                </a:cubicBezTo>
                <a:cubicBezTo>
                  <a:pt x="0" y="118219"/>
                  <a:pt x="7094" y="111125"/>
                  <a:pt x="15875" y="111125"/>
                </a:cubicBezTo>
                <a:lnTo>
                  <a:pt x="31750" y="111125"/>
                </a:lnTo>
                <a:lnTo>
                  <a:pt x="31750" y="47625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30" name="Shape 27"/>
          <p:cNvSpPr/>
          <p:nvPr/>
        </p:nvSpPr>
        <p:spPr>
          <a:xfrm>
            <a:off x="8013700" y="55499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31" name="Shape 28"/>
          <p:cNvSpPr/>
          <p:nvPr/>
        </p:nvSpPr>
        <p:spPr>
          <a:xfrm>
            <a:off x="787400" y="6019800"/>
            <a:ext cx="14681200" cy="2692400"/>
          </a:xfrm>
          <a:custGeom>
            <a:avLst/>
            <a:gdLst/>
            <a:ahLst/>
            <a:cxnLst/>
            <a:rect l="l" t="t" r="r" b="b"/>
            <a:pathLst>
              <a:path w="14681200" h="2692400">
                <a:moveTo>
                  <a:pt x="152390" y="0"/>
                </a:moveTo>
                <a:lnTo>
                  <a:pt x="14528810" y="0"/>
                </a:lnTo>
                <a:cubicBezTo>
                  <a:pt x="14612973" y="0"/>
                  <a:pt x="14681200" y="68227"/>
                  <a:pt x="14681200" y="152390"/>
                </a:cubicBezTo>
                <a:lnTo>
                  <a:pt x="14681200" y="2540010"/>
                </a:lnTo>
                <a:cubicBezTo>
                  <a:pt x="14681200" y="2624173"/>
                  <a:pt x="14612973" y="2692400"/>
                  <a:pt x="14528810" y="2692400"/>
                </a:cubicBezTo>
                <a:lnTo>
                  <a:pt x="152390" y="2692400"/>
                </a:lnTo>
                <a:cubicBezTo>
                  <a:pt x="68284" y="2692400"/>
                  <a:pt x="0" y="2624116"/>
                  <a:pt x="0" y="254001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32FF7D">
                  <a:alpha val="5000"/>
                </a:srgbClr>
              </a:gs>
            </a:gsLst>
            <a:lin ang="0" scaled="1"/>
          </a:gradFill>
          <a:ln w="25400">
            <a:solidFill>
              <a:srgbClr val="32FF7D">
                <a:alpha val="5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3300" y="62357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303734" y="6413500"/>
            <a:ext cx="40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019300" y="6438900"/>
            <a:ext cx="464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Engine: Multi-Model Processing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09650" y="7207250"/>
            <a:ext cx="3441700" cy="1282700"/>
          </a:xfrm>
          <a:custGeom>
            <a:avLst/>
            <a:gdLst/>
            <a:ahLst/>
            <a:cxnLst/>
            <a:rect l="l" t="t" r="r" b="b"/>
            <a:pathLst>
              <a:path w="3441700" h="1282700">
                <a:moveTo>
                  <a:pt x="101603" y="0"/>
                </a:moveTo>
                <a:lnTo>
                  <a:pt x="3340097" y="0"/>
                </a:lnTo>
                <a:cubicBezTo>
                  <a:pt x="3396211" y="0"/>
                  <a:pt x="3441700" y="45489"/>
                  <a:pt x="3441700" y="101603"/>
                </a:cubicBezTo>
                <a:lnTo>
                  <a:pt x="3441700" y="1181097"/>
                </a:lnTo>
                <a:cubicBezTo>
                  <a:pt x="3441700" y="1237211"/>
                  <a:pt x="3396211" y="1282700"/>
                  <a:pt x="3340097" y="1282700"/>
                </a:cubicBezTo>
                <a:lnTo>
                  <a:pt x="101603" y="1282700"/>
                </a:lnTo>
                <a:cubicBezTo>
                  <a:pt x="45489" y="1282700"/>
                  <a:pt x="0" y="1237211"/>
                  <a:pt x="0" y="1181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219200" y="74168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38100" y="38100"/>
                </a:moveTo>
                <a:cubicBezTo>
                  <a:pt x="38100" y="17066"/>
                  <a:pt x="55166" y="0"/>
                  <a:pt x="76200" y="0"/>
                </a:cubicBezTo>
                <a:cubicBezTo>
                  <a:pt x="96163" y="0"/>
                  <a:pt x="112554" y="15359"/>
                  <a:pt x="114181" y="34925"/>
                </a:cubicBezTo>
                <a:lnTo>
                  <a:pt x="92075" y="34925"/>
                </a:lnTo>
                <a:cubicBezTo>
                  <a:pt x="86797" y="34925"/>
                  <a:pt x="82550" y="39172"/>
                  <a:pt x="82550" y="44450"/>
                </a:cubicBezTo>
                <a:cubicBezTo>
                  <a:pt x="82550" y="49728"/>
                  <a:pt x="86797" y="53975"/>
                  <a:pt x="92075" y="53975"/>
                </a:cubicBezTo>
                <a:lnTo>
                  <a:pt x="114300" y="53975"/>
                </a:lnTo>
                <a:lnTo>
                  <a:pt x="114300" y="73025"/>
                </a:lnTo>
                <a:lnTo>
                  <a:pt x="92075" y="73025"/>
                </a:lnTo>
                <a:cubicBezTo>
                  <a:pt x="86797" y="73025"/>
                  <a:pt x="82550" y="77272"/>
                  <a:pt x="82550" y="82550"/>
                </a:cubicBezTo>
                <a:cubicBezTo>
                  <a:pt x="82550" y="87828"/>
                  <a:pt x="86797" y="92075"/>
                  <a:pt x="92075" y="92075"/>
                </a:cubicBezTo>
                <a:lnTo>
                  <a:pt x="114181" y="92075"/>
                </a:lnTo>
                <a:cubicBezTo>
                  <a:pt x="112554" y="111641"/>
                  <a:pt x="96202" y="127000"/>
                  <a:pt x="76200" y="127000"/>
                </a:cubicBezTo>
                <a:cubicBezTo>
                  <a:pt x="55166" y="127000"/>
                  <a:pt x="38100" y="109934"/>
                  <a:pt x="38100" y="88900"/>
                </a:cubicBezTo>
                <a:lnTo>
                  <a:pt x="38100" y="38100"/>
                </a:lnTo>
                <a:close/>
                <a:moveTo>
                  <a:pt x="9525" y="63500"/>
                </a:moveTo>
                <a:cubicBezTo>
                  <a:pt x="14803" y="63500"/>
                  <a:pt x="19050" y="67747"/>
                  <a:pt x="19050" y="73025"/>
                </a:cubicBezTo>
                <a:lnTo>
                  <a:pt x="19050" y="88900"/>
                </a:lnTo>
                <a:cubicBezTo>
                  <a:pt x="19050" y="120452"/>
                  <a:pt x="44648" y="146050"/>
                  <a:pt x="76200" y="146050"/>
                </a:cubicBezTo>
                <a:cubicBezTo>
                  <a:pt x="107752" y="146050"/>
                  <a:pt x="133350" y="120452"/>
                  <a:pt x="133350" y="88900"/>
                </a:cubicBezTo>
                <a:lnTo>
                  <a:pt x="133350" y="73025"/>
                </a:lnTo>
                <a:cubicBezTo>
                  <a:pt x="133350" y="67747"/>
                  <a:pt x="137597" y="63500"/>
                  <a:pt x="142875" y="63500"/>
                </a:cubicBezTo>
                <a:cubicBezTo>
                  <a:pt x="148153" y="63500"/>
                  <a:pt x="152400" y="67747"/>
                  <a:pt x="152400" y="73025"/>
                </a:cubicBezTo>
                <a:lnTo>
                  <a:pt x="152400" y="88900"/>
                </a:lnTo>
                <a:cubicBezTo>
                  <a:pt x="152400" y="127754"/>
                  <a:pt x="123309" y="159822"/>
                  <a:pt x="85725" y="164505"/>
                </a:cubicBezTo>
                <a:lnTo>
                  <a:pt x="85725" y="184150"/>
                </a:lnTo>
                <a:lnTo>
                  <a:pt x="104775" y="184150"/>
                </a:lnTo>
                <a:cubicBezTo>
                  <a:pt x="110053" y="184150"/>
                  <a:pt x="114300" y="188397"/>
                  <a:pt x="114300" y="193675"/>
                </a:cubicBezTo>
                <a:cubicBezTo>
                  <a:pt x="114300" y="198953"/>
                  <a:pt x="110053" y="203200"/>
                  <a:pt x="104775" y="203200"/>
                </a:cubicBezTo>
                <a:lnTo>
                  <a:pt x="47625" y="203200"/>
                </a:lnTo>
                <a:cubicBezTo>
                  <a:pt x="42347" y="203200"/>
                  <a:pt x="38100" y="198953"/>
                  <a:pt x="38100" y="193675"/>
                </a:cubicBezTo>
                <a:cubicBezTo>
                  <a:pt x="38100" y="188397"/>
                  <a:pt x="42347" y="184150"/>
                  <a:pt x="47625" y="184150"/>
                </a:cubicBezTo>
                <a:lnTo>
                  <a:pt x="66675" y="184150"/>
                </a:lnTo>
                <a:lnTo>
                  <a:pt x="66675" y="164505"/>
                </a:lnTo>
                <a:cubicBezTo>
                  <a:pt x="29091" y="159822"/>
                  <a:pt x="0" y="127754"/>
                  <a:pt x="0" y="88900"/>
                </a:cubicBezTo>
                <a:lnTo>
                  <a:pt x="0" y="73025"/>
                </a:lnTo>
                <a:cubicBezTo>
                  <a:pt x="0" y="67747"/>
                  <a:pt x="4247" y="63500"/>
                  <a:pt x="9525" y="6350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7" name="Text 34"/>
          <p:cNvSpPr/>
          <p:nvPr/>
        </p:nvSpPr>
        <p:spPr>
          <a:xfrm>
            <a:off x="1524000" y="7366000"/>
            <a:ext cx="86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Whisper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168400" y="77724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Transcription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68400" y="8128000"/>
            <a:ext cx="320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90-95% accuracy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610100" y="7207250"/>
            <a:ext cx="3441700" cy="1282700"/>
          </a:xfrm>
          <a:custGeom>
            <a:avLst/>
            <a:gdLst/>
            <a:ahLst/>
            <a:cxnLst/>
            <a:rect l="l" t="t" r="r" b="b"/>
            <a:pathLst>
              <a:path w="3441700" h="1282700">
                <a:moveTo>
                  <a:pt x="101603" y="0"/>
                </a:moveTo>
                <a:lnTo>
                  <a:pt x="3340097" y="0"/>
                </a:lnTo>
                <a:cubicBezTo>
                  <a:pt x="3396211" y="0"/>
                  <a:pt x="3441700" y="45489"/>
                  <a:pt x="3441700" y="101603"/>
                </a:cubicBezTo>
                <a:lnTo>
                  <a:pt x="3441700" y="1181097"/>
                </a:lnTo>
                <a:cubicBezTo>
                  <a:pt x="3441700" y="1237211"/>
                  <a:pt x="3396211" y="1282700"/>
                  <a:pt x="3340097" y="1282700"/>
                </a:cubicBezTo>
                <a:lnTo>
                  <a:pt x="101603" y="1282700"/>
                </a:lnTo>
                <a:cubicBezTo>
                  <a:pt x="45489" y="1282700"/>
                  <a:pt x="0" y="1237211"/>
                  <a:pt x="0" y="1181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94250" y="7416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4427" y="2778"/>
                </a:moveTo>
                <a:cubicBezTo>
                  <a:pt x="178157" y="-953"/>
                  <a:pt x="184190" y="-953"/>
                  <a:pt x="187881" y="2778"/>
                </a:cubicBezTo>
                <a:lnTo>
                  <a:pt x="200581" y="15478"/>
                </a:lnTo>
                <a:cubicBezTo>
                  <a:pt x="204311" y="19209"/>
                  <a:pt x="204311" y="25241"/>
                  <a:pt x="200581" y="28932"/>
                </a:cubicBezTo>
                <a:lnTo>
                  <a:pt x="166053" y="63460"/>
                </a:lnTo>
                <a:lnTo>
                  <a:pt x="181531" y="78938"/>
                </a:lnTo>
                <a:cubicBezTo>
                  <a:pt x="184269" y="81677"/>
                  <a:pt x="185063" y="85765"/>
                  <a:pt x="183594" y="89337"/>
                </a:cubicBezTo>
                <a:cubicBezTo>
                  <a:pt x="182126" y="92908"/>
                  <a:pt x="178673" y="95250"/>
                  <a:pt x="174823" y="95250"/>
                </a:cubicBezTo>
                <a:lnTo>
                  <a:pt x="117673" y="95250"/>
                </a:lnTo>
                <a:cubicBezTo>
                  <a:pt x="112395" y="95250"/>
                  <a:pt x="108148" y="91003"/>
                  <a:pt x="108148" y="85725"/>
                </a:cubicBezTo>
                <a:lnTo>
                  <a:pt x="108148" y="28575"/>
                </a:lnTo>
                <a:cubicBezTo>
                  <a:pt x="108148" y="24725"/>
                  <a:pt x="110450" y="21233"/>
                  <a:pt x="114022" y="19764"/>
                </a:cubicBezTo>
                <a:cubicBezTo>
                  <a:pt x="117594" y="18296"/>
                  <a:pt x="121682" y="19090"/>
                  <a:pt x="124420" y="21828"/>
                </a:cubicBezTo>
                <a:lnTo>
                  <a:pt x="139898" y="37306"/>
                </a:lnTo>
                <a:lnTo>
                  <a:pt x="174427" y="2778"/>
                </a:lnTo>
                <a:close/>
                <a:moveTo>
                  <a:pt x="28773" y="107950"/>
                </a:moveTo>
                <a:lnTo>
                  <a:pt x="85923" y="107950"/>
                </a:lnTo>
                <a:cubicBezTo>
                  <a:pt x="91202" y="107950"/>
                  <a:pt x="95448" y="112197"/>
                  <a:pt x="95448" y="117475"/>
                </a:cubicBezTo>
                <a:lnTo>
                  <a:pt x="95448" y="174625"/>
                </a:lnTo>
                <a:cubicBezTo>
                  <a:pt x="95448" y="178475"/>
                  <a:pt x="93147" y="181967"/>
                  <a:pt x="89575" y="183436"/>
                </a:cubicBezTo>
                <a:cubicBezTo>
                  <a:pt x="86003" y="184904"/>
                  <a:pt x="81915" y="184110"/>
                  <a:pt x="79177" y="181372"/>
                </a:cubicBezTo>
                <a:lnTo>
                  <a:pt x="63698" y="165894"/>
                </a:lnTo>
                <a:lnTo>
                  <a:pt x="29170" y="200422"/>
                </a:lnTo>
                <a:cubicBezTo>
                  <a:pt x="25440" y="204152"/>
                  <a:pt x="19407" y="204152"/>
                  <a:pt x="15716" y="200422"/>
                </a:cubicBezTo>
                <a:lnTo>
                  <a:pt x="3016" y="187722"/>
                </a:lnTo>
                <a:cubicBezTo>
                  <a:pt x="-714" y="183991"/>
                  <a:pt x="-714" y="177959"/>
                  <a:pt x="3016" y="174268"/>
                </a:cubicBezTo>
                <a:lnTo>
                  <a:pt x="37544" y="139740"/>
                </a:lnTo>
                <a:lnTo>
                  <a:pt x="22066" y="124262"/>
                </a:lnTo>
                <a:cubicBezTo>
                  <a:pt x="19328" y="121523"/>
                  <a:pt x="18534" y="117435"/>
                  <a:pt x="20002" y="113863"/>
                </a:cubicBezTo>
                <a:cubicBezTo>
                  <a:pt x="21471" y="110292"/>
                  <a:pt x="24924" y="107950"/>
                  <a:pt x="28773" y="10795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42" name="Text 39"/>
          <p:cNvSpPr/>
          <p:nvPr/>
        </p:nvSpPr>
        <p:spPr>
          <a:xfrm>
            <a:off x="5124450" y="73660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DistilBART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768850" y="77724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4768850" y="8128000"/>
            <a:ext cx="320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Abstractive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10550" y="7207250"/>
            <a:ext cx="3441700" cy="1282700"/>
          </a:xfrm>
          <a:custGeom>
            <a:avLst/>
            <a:gdLst/>
            <a:ahLst/>
            <a:cxnLst/>
            <a:rect l="l" t="t" r="r" b="b"/>
            <a:pathLst>
              <a:path w="3441700" h="1282700">
                <a:moveTo>
                  <a:pt x="101603" y="0"/>
                </a:moveTo>
                <a:lnTo>
                  <a:pt x="3340097" y="0"/>
                </a:lnTo>
                <a:cubicBezTo>
                  <a:pt x="3396211" y="0"/>
                  <a:pt x="3441700" y="45489"/>
                  <a:pt x="3441700" y="101603"/>
                </a:cubicBezTo>
                <a:lnTo>
                  <a:pt x="3441700" y="1181097"/>
                </a:lnTo>
                <a:cubicBezTo>
                  <a:pt x="3441700" y="1237211"/>
                  <a:pt x="3396211" y="1282700"/>
                  <a:pt x="3340097" y="1282700"/>
                </a:cubicBezTo>
                <a:lnTo>
                  <a:pt x="101603" y="1282700"/>
                </a:lnTo>
                <a:cubicBezTo>
                  <a:pt x="45489" y="1282700"/>
                  <a:pt x="0" y="1237211"/>
                  <a:pt x="0" y="1181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394700" y="7416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5643" y="127754"/>
                </a:moveTo>
                <a:cubicBezTo>
                  <a:pt x="73739" y="138867"/>
                  <a:pt x="86836" y="146050"/>
                  <a:pt x="101600" y="146050"/>
                </a:cubicBezTo>
                <a:cubicBezTo>
                  <a:pt x="116364" y="146050"/>
                  <a:pt x="129461" y="138867"/>
                  <a:pt x="137557" y="127754"/>
                </a:cubicBezTo>
                <a:cubicBezTo>
                  <a:pt x="140653" y="123507"/>
                  <a:pt x="146606" y="122555"/>
                  <a:pt x="150852" y="125651"/>
                </a:cubicBezTo>
                <a:cubicBezTo>
                  <a:pt x="155099" y="128746"/>
                  <a:pt x="156051" y="134699"/>
                  <a:pt x="152956" y="138946"/>
                </a:cubicBezTo>
                <a:cubicBezTo>
                  <a:pt x="141407" y="154781"/>
                  <a:pt x="122714" y="165100"/>
                  <a:pt x="101600" y="165100"/>
                </a:cubicBezTo>
                <a:cubicBezTo>
                  <a:pt x="80486" y="165100"/>
                  <a:pt x="61793" y="154781"/>
                  <a:pt x="50244" y="138946"/>
                </a:cubicBezTo>
                <a:cubicBezTo>
                  <a:pt x="47149" y="134699"/>
                  <a:pt x="48101" y="128746"/>
                  <a:pt x="52348" y="125651"/>
                </a:cubicBezTo>
                <a:cubicBezTo>
                  <a:pt x="56594" y="122555"/>
                  <a:pt x="62547" y="123508"/>
                  <a:pt x="65643" y="127754"/>
                </a:cubicBezTo>
                <a:close/>
                <a:moveTo>
                  <a:pt x="57150" y="82550"/>
                </a:moveTo>
                <a:cubicBezTo>
                  <a:pt x="57150" y="75541"/>
                  <a:pt x="62841" y="69850"/>
                  <a:pt x="69850" y="69850"/>
                </a:cubicBezTo>
                <a:cubicBezTo>
                  <a:pt x="76859" y="69850"/>
                  <a:pt x="82550" y="75541"/>
                  <a:pt x="82550" y="82550"/>
                </a:cubicBezTo>
                <a:cubicBezTo>
                  <a:pt x="82550" y="89559"/>
                  <a:pt x="76859" y="95250"/>
                  <a:pt x="69850" y="95250"/>
                </a:cubicBezTo>
                <a:cubicBezTo>
                  <a:pt x="62841" y="95250"/>
                  <a:pt x="57150" y="89559"/>
                  <a:pt x="57150" y="82550"/>
                </a:cubicBezTo>
                <a:close/>
                <a:moveTo>
                  <a:pt x="133350" y="69850"/>
                </a:moveTo>
                <a:cubicBezTo>
                  <a:pt x="140359" y="69850"/>
                  <a:pt x="146050" y="75541"/>
                  <a:pt x="146050" y="82550"/>
                </a:cubicBezTo>
                <a:cubicBezTo>
                  <a:pt x="146050" y="89559"/>
                  <a:pt x="140359" y="95250"/>
                  <a:pt x="133350" y="95250"/>
                </a:cubicBezTo>
                <a:cubicBezTo>
                  <a:pt x="126341" y="95250"/>
                  <a:pt x="120650" y="89559"/>
                  <a:pt x="120650" y="82550"/>
                </a:cubicBezTo>
                <a:cubicBezTo>
                  <a:pt x="120650" y="75541"/>
                  <a:pt x="126341" y="69850"/>
                  <a:pt x="133350" y="6985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47" name="Text 44"/>
          <p:cNvSpPr/>
          <p:nvPr/>
        </p:nvSpPr>
        <p:spPr>
          <a:xfrm>
            <a:off x="8724900" y="73660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NLTK VADER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369300" y="77724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369300" y="8128000"/>
            <a:ext cx="320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11811000" y="7207250"/>
            <a:ext cx="3441700" cy="1282700"/>
          </a:xfrm>
          <a:custGeom>
            <a:avLst/>
            <a:gdLst/>
            <a:ahLst/>
            <a:cxnLst/>
            <a:rect l="l" t="t" r="r" b="b"/>
            <a:pathLst>
              <a:path w="3441700" h="1282700">
                <a:moveTo>
                  <a:pt x="101603" y="0"/>
                </a:moveTo>
                <a:lnTo>
                  <a:pt x="3340097" y="0"/>
                </a:lnTo>
                <a:cubicBezTo>
                  <a:pt x="3396211" y="0"/>
                  <a:pt x="3441700" y="45489"/>
                  <a:pt x="3441700" y="101603"/>
                </a:cubicBezTo>
                <a:lnTo>
                  <a:pt x="3441700" y="1181097"/>
                </a:lnTo>
                <a:cubicBezTo>
                  <a:pt x="3441700" y="1237211"/>
                  <a:pt x="3396211" y="1282700"/>
                  <a:pt x="3340097" y="1282700"/>
                </a:cubicBezTo>
                <a:lnTo>
                  <a:pt x="101603" y="1282700"/>
                </a:lnTo>
                <a:cubicBezTo>
                  <a:pt x="45489" y="1282700"/>
                  <a:pt x="0" y="1237211"/>
                  <a:pt x="0" y="1181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995150" y="7416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6154" y="90686"/>
                </a:moveTo>
                <a:cubicBezTo>
                  <a:pt x="31433" y="53777"/>
                  <a:pt x="63222" y="25400"/>
                  <a:pt x="101600" y="25400"/>
                </a:cubicBezTo>
                <a:cubicBezTo>
                  <a:pt x="122634" y="25400"/>
                  <a:pt x="141684" y="33933"/>
                  <a:pt x="155496" y="47704"/>
                </a:cubicBezTo>
                <a:cubicBezTo>
                  <a:pt x="155575" y="47784"/>
                  <a:pt x="155654" y="47863"/>
                  <a:pt x="155734" y="47943"/>
                </a:cubicBezTo>
                <a:lnTo>
                  <a:pt x="158750" y="50800"/>
                </a:lnTo>
                <a:lnTo>
                  <a:pt x="139740" y="50800"/>
                </a:lnTo>
                <a:cubicBezTo>
                  <a:pt x="132715" y="50800"/>
                  <a:pt x="127040" y="56475"/>
                  <a:pt x="127040" y="63500"/>
                </a:cubicBezTo>
                <a:cubicBezTo>
                  <a:pt x="127040" y="70525"/>
                  <a:pt x="132715" y="76200"/>
                  <a:pt x="139740" y="76200"/>
                </a:cubicBezTo>
                <a:lnTo>
                  <a:pt x="190540" y="76200"/>
                </a:lnTo>
                <a:cubicBezTo>
                  <a:pt x="197564" y="76200"/>
                  <a:pt x="203240" y="70525"/>
                  <a:pt x="203240" y="63500"/>
                </a:cubicBezTo>
                <a:lnTo>
                  <a:pt x="203240" y="12700"/>
                </a:lnTo>
                <a:cubicBezTo>
                  <a:pt x="203240" y="5675"/>
                  <a:pt x="197564" y="0"/>
                  <a:pt x="190540" y="0"/>
                </a:cubicBezTo>
                <a:cubicBezTo>
                  <a:pt x="183515" y="0"/>
                  <a:pt x="177840" y="5675"/>
                  <a:pt x="177840" y="12700"/>
                </a:cubicBezTo>
                <a:lnTo>
                  <a:pt x="177840" y="33893"/>
                </a:lnTo>
                <a:lnTo>
                  <a:pt x="173355" y="29647"/>
                </a:lnTo>
                <a:cubicBezTo>
                  <a:pt x="154980" y="11351"/>
                  <a:pt x="129580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lose/>
                <a:moveTo>
                  <a:pt x="202168" y="116086"/>
                </a:moveTo>
                <a:cubicBezTo>
                  <a:pt x="203160" y="109141"/>
                  <a:pt x="198318" y="102711"/>
                  <a:pt x="191413" y="101719"/>
                </a:cubicBezTo>
                <a:cubicBezTo>
                  <a:pt x="184507" y="100727"/>
                  <a:pt x="178038" y="105569"/>
                  <a:pt x="177046" y="112474"/>
                </a:cubicBezTo>
                <a:cubicBezTo>
                  <a:pt x="171767" y="149384"/>
                  <a:pt x="139978" y="177760"/>
                  <a:pt x="101600" y="177760"/>
                </a:cubicBezTo>
                <a:cubicBezTo>
                  <a:pt x="80566" y="177760"/>
                  <a:pt x="61516" y="169228"/>
                  <a:pt x="47704" y="155456"/>
                </a:cubicBezTo>
                <a:cubicBezTo>
                  <a:pt x="47625" y="155377"/>
                  <a:pt x="47546" y="155297"/>
                  <a:pt x="47466" y="155218"/>
                </a:cubicBezTo>
                <a:lnTo>
                  <a:pt x="44450" y="152360"/>
                </a:lnTo>
                <a:lnTo>
                  <a:pt x="63460" y="152360"/>
                </a:lnTo>
                <a:cubicBezTo>
                  <a:pt x="70485" y="152360"/>
                  <a:pt x="76160" y="146685"/>
                  <a:pt x="76160" y="139660"/>
                </a:cubicBezTo>
                <a:cubicBezTo>
                  <a:pt x="76160" y="132636"/>
                  <a:pt x="70485" y="126960"/>
                  <a:pt x="63460" y="126960"/>
                </a:cubicBezTo>
                <a:lnTo>
                  <a:pt x="12700" y="127000"/>
                </a:lnTo>
                <a:cubicBezTo>
                  <a:pt x="9327" y="127000"/>
                  <a:pt x="6072" y="128349"/>
                  <a:pt x="3691" y="130770"/>
                </a:cubicBezTo>
                <a:cubicBezTo>
                  <a:pt x="1310" y="133191"/>
                  <a:pt x="-40" y="136406"/>
                  <a:pt x="0" y="139819"/>
                </a:cubicBezTo>
                <a:lnTo>
                  <a:pt x="397" y="190222"/>
                </a:lnTo>
                <a:cubicBezTo>
                  <a:pt x="437" y="197247"/>
                  <a:pt x="6191" y="202883"/>
                  <a:pt x="13216" y="202803"/>
                </a:cubicBezTo>
                <a:cubicBezTo>
                  <a:pt x="20241" y="202724"/>
                  <a:pt x="25876" y="197009"/>
                  <a:pt x="25797" y="189984"/>
                </a:cubicBezTo>
                <a:lnTo>
                  <a:pt x="25638" y="169545"/>
                </a:lnTo>
                <a:lnTo>
                  <a:pt x="29885" y="173553"/>
                </a:lnTo>
                <a:cubicBezTo>
                  <a:pt x="48260" y="191849"/>
                  <a:pt x="73620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2" name="Text 49"/>
          <p:cNvSpPr/>
          <p:nvPr/>
        </p:nvSpPr>
        <p:spPr>
          <a:xfrm>
            <a:off x="12325350" y="7366000"/>
            <a:ext cx="69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1969750" y="77724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Modeling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969750" y="8128000"/>
            <a:ext cx="320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013700" y="88773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56" name="Shape 53"/>
          <p:cNvSpPr/>
          <p:nvPr/>
        </p:nvSpPr>
        <p:spPr>
          <a:xfrm>
            <a:off x="774700" y="9525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1069975" y="9702800"/>
            <a:ext cx="40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797050" y="9340850"/>
            <a:ext cx="13677900" cy="1181100"/>
          </a:xfrm>
          <a:custGeom>
            <a:avLst/>
            <a:gdLst/>
            <a:ahLst/>
            <a:cxnLst/>
            <a:rect l="l" t="t" r="r" b="b"/>
            <a:pathLst>
              <a:path w="13677900" h="1181100">
                <a:moveTo>
                  <a:pt x="152397" y="0"/>
                </a:moveTo>
                <a:lnTo>
                  <a:pt x="13525503" y="0"/>
                </a:lnTo>
                <a:cubicBezTo>
                  <a:pt x="13609669" y="0"/>
                  <a:pt x="13677900" y="68231"/>
                  <a:pt x="13677900" y="152397"/>
                </a:cubicBezTo>
                <a:lnTo>
                  <a:pt x="13677900" y="1028703"/>
                </a:lnTo>
                <a:cubicBezTo>
                  <a:pt x="13677900" y="1112869"/>
                  <a:pt x="13609669" y="1181100"/>
                  <a:pt x="13525503" y="1181100"/>
                </a:cubicBezTo>
                <a:lnTo>
                  <a:pt x="152397" y="1181100"/>
                </a:lnTo>
                <a:cubicBezTo>
                  <a:pt x="68231" y="1181100"/>
                  <a:pt x="0" y="1112869"/>
                  <a:pt x="0" y="10287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0" scaled="1"/>
          </a:gra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006600" y="9550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Visualization: Plotly &amp; WordCloud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2006600" y="10007600"/>
            <a:ext cx="713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and dynamic word clouds for comprehensive data exploration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3620750" y="9668935"/>
            <a:ext cx="736600" cy="520700"/>
          </a:xfrm>
          <a:custGeom>
            <a:avLst/>
            <a:gdLst/>
            <a:ahLst/>
            <a:cxnLst/>
            <a:rect l="l" t="t" r="r" b="b"/>
            <a:pathLst>
              <a:path w="736600" h="520700">
                <a:moveTo>
                  <a:pt x="101599" y="0"/>
                </a:moveTo>
                <a:lnTo>
                  <a:pt x="635001" y="0"/>
                </a:lnTo>
                <a:cubicBezTo>
                  <a:pt x="691113" y="0"/>
                  <a:pt x="736600" y="45487"/>
                  <a:pt x="736600" y="101599"/>
                </a:cubicBezTo>
                <a:lnTo>
                  <a:pt x="736600" y="419101"/>
                </a:lnTo>
                <a:cubicBezTo>
                  <a:pt x="736600" y="475213"/>
                  <a:pt x="691113" y="520700"/>
                  <a:pt x="6350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3862050" y="977688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3" name="Shape 60"/>
          <p:cNvSpPr/>
          <p:nvPr/>
        </p:nvSpPr>
        <p:spPr>
          <a:xfrm>
            <a:off x="14522450" y="9668935"/>
            <a:ext cx="736600" cy="520700"/>
          </a:xfrm>
          <a:custGeom>
            <a:avLst/>
            <a:gdLst/>
            <a:ahLst/>
            <a:cxnLst/>
            <a:rect l="l" t="t" r="r" b="b"/>
            <a:pathLst>
              <a:path w="736600" h="520700">
                <a:moveTo>
                  <a:pt x="101599" y="0"/>
                </a:moveTo>
                <a:lnTo>
                  <a:pt x="635001" y="0"/>
                </a:lnTo>
                <a:cubicBezTo>
                  <a:pt x="691113" y="0"/>
                  <a:pt x="736600" y="45487"/>
                  <a:pt x="736600" y="101599"/>
                </a:cubicBezTo>
                <a:lnTo>
                  <a:pt x="736600" y="419101"/>
                </a:lnTo>
                <a:cubicBezTo>
                  <a:pt x="736600" y="475213"/>
                  <a:pt x="691113" y="520700"/>
                  <a:pt x="6350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4747875" y="977688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0" y="166688"/>
                </a:moveTo>
                <a:cubicBezTo>
                  <a:pt x="0" y="206127"/>
                  <a:pt x="31998" y="238125"/>
                  <a:pt x="71438" y="238125"/>
                </a:cubicBezTo>
                <a:lnTo>
                  <a:pt x="222250" y="238125"/>
                </a:lnTo>
                <a:cubicBezTo>
                  <a:pt x="257324" y="238125"/>
                  <a:pt x="285750" y="209699"/>
                  <a:pt x="285750" y="174625"/>
                </a:cubicBezTo>
                <a:cubicBezTo>
                  <a:pt x="285750" y="149027"/>
                  <a:pt x="270619" y="126950"/>
                  <a:pt x="248791" y="116929"/>
                </a:cubicBezTo>
                <a:cubicBezTo>
                  <a:pt x="252115" y="110430"/>
                  <a:pt x="254000" y="103039"/>
                  <a:pt x="254000" y="95250"/>
                </a:cubicBezTo>
                <a:cubicBezTo>
                  <a:pt x="254000" y="68957"/>
                  <a:pt x="232668" y="47625"/>
                  <a:pt x="206375" y="47625"/>
                </a:cubicBezTo>
                <a:cubicBezTo>
                  <a:pt x="197594" y="47625"/>
                  <a:pt x="189409" y="50006"/>
                  <a:pt x="182364" y="54124"/>
                </a:cubicBezTo>
                <a:cubicBezTo>
                  <a:pt x="170408" y="31403"/>
                  <a:pt x="146546" y="15875"/>
                  <a:pt x="119063" y="15875"/>
                </a:cubicBezTo>
                <a:cubicBezTo>
                  <a:pt x="79623" y="15875"/>
                  <a:pt x="47625" y="47873"/>
                  <a:pt x="47625" y="87313"/>
                </a:cubicBezTo>
                <a:cubicBezTo>
                  <a:pt x="47625" y="91281"/>
                  <a:pt x="47972" y="95200"/>
                  <a:pt x="48568" y="98971"/>
                </a:cubicBezTo>
                <a:cubicBezTo>
                  <a:pt x="20340" y="108496"/>
                  <a:pt x="0" y="135235"/>
                  <a:pt x="0" y="166688"/>
                </a:cubicBezTo>
                <a:close/>
              </a:path>
            </a:pathLst>
          </a:custGeom>
          <a:solidFill>
            <a:srgbClr val="9D4E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8128000" cy="9144000"/>
          </a:xfrm>
          <a:custGeom>
            <a:avLst/>
            <a:gdLst/>
            <a:ahLst/>
            <a:cxnLst/>
            <a:rect l="l" t="t" r="r" b="b"/>
            <a:pathLst>
              <a:path w="8128000" h="9144000">
                <a:moveTo>
                  <a:pt x="0" y="0"/>
                </a:moveTo>
                <a:lnTo>
                  <a:pt x="8128000" y="0"/>
                </a:lnTo>
                <a:lnTo>
                  <a:pt x="812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508000"/>
            <a:ext cx="13995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 1: Intelligent Transcription &amp; Visualization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2400" y="1320800"/>
            <a:ext cx="1381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Turning Speech into Visual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20700" y="2095500"/>
            <a:ext cx="9017000" cy="2743200"/>
          </a:xfrm>
          <a:custGeom>
            <a:avLst/>
            <a:gdLst/>
            <a:ahLst/>
            <a:cxnLst/>
            <a:rect l="l" t="t" r="r" b="b"/>
            <a:pathLst>
              <a:path w="9017000" h="2743200">
                <a:moveTo>
                  <a:pt x="152412" y="0"/>
                </a:moveTo>
                <a:lnTo>
                  <a:pt x="8864588" y="0"/>
                </a:lnTo>
                <a:cubicBezTo>
                  <a:pt x="8948763" y="0"/>
                  <a:pt x="9017000" y="68237"/>
                  <a:pt x="9017000" y="152412"/>
                </a:cubicBezTo>
                <a:lnTo>
                  <a:pt x="9017000" y="2590788"/>
                </a:lnTo>
                <a:cubicBezTo>
                  <a:pt x="9017000" y="2674963"/>
                  <a:pt x="8948763" y="2743200"/>
                  <a:pt x="88645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600" y="2311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7900" y="2514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57150" y="57150"/>
                </a:moveTo>
                <a:cubicBezTo>
                  <a:pt x="57150" y="25598"/>
                  <a:pt x="82748" y="0"/>
                  <a:pt x="114300" y="0"/>
                </a:cubicBezTo>
                <a:cubicBezTo>
                  <a:pt x="144244" y="0"/>
                  <a:pt x="168831" y="23039"/>
                  <a:pt x="171271" y="52388"/>
                </a:cubicBezTo>
                <a:lnTo>
                  <a:pt x="138113" y="52388"/>
                </a:lnTo>
                <a:cubicBezTo>
                  <a:pt x="130195" y="52388"/>
                  <a:pt x="123825" y="58757"/>
                  <a:pt x="123825" y="66675"/>
                </a:cubicBezTo>
                <a:cubicBezTo>
                  <a:pt x="123825" y="74593"/>
                  <a:pt x="130195" y="80962"/>
                  <a:pt x="138113" y="80962"/>
                </a:cubicBezTo>
                <a:lnTo>
                  <a:pt x="171450" y="80962"/>
                </a:lnTo>
                <a:lnTo>
                  <a:pt x="171450" y="109537"/>
                </a:lnTo>
                <a:lnTo>
                  <a:pt x="138113" y="109537"/>
                </a:lnTo>
                <a:cubicBezTo>
                  <a:pt x="130195" y="109537"/>
                  <a:pt x="123825" y="115907"/>
                  <a:pt x="123825" y="123825"/>
                </a:cubicBezTo>
                <a:cubicBezTo>
                  <a:pt x="123825" y="131743"/>
                  <a:pt x="130195" y="138113"/>
                  <a:pt x="138113" y="138113"/>
                </a:cubicBezTo>
                <a:lnTo>
                  <a:pt x="171271" y="138113"/>
                </a:lnTo>
                <a:cubicBezTo>
                  <a:pt x="168831" y="167461"/>
                  <a:pt x="144304" y="190500"/>
                  <a:pt x="114300" y="190500"/>
                </a:cubicBezTo>
                <a:cubicBezTo>
                  <a:pt x="82748" y="190500"/>
                  <a:pt x="57150" y="164902"/>
                  <a:pt x="57150" y="133350"/>
                </a:cubicBezTo>
                <a:lnTo>
                  <a:pt x="57150" y="57150"/>
                </a:lnTo>
                <a:close/>
                <a:moveTo>
                  <a:pt x="14288" y="95250"/>
                </a:moveTo>
                <a:cubicBezTo>
                  <a:pt x="22205" y="95250"/>
                  <a:pt x="28575" y="101620"/>
                  <a:pt x="28575" y="109537"/>
                </a:cubicBezTo>
                <a:lnTo>
                  <a:pt x="28575" y="133350"/>
                </a:lnTo>
                <a:cubicBezTo>
                  <a:pt x="28575" y="180677"/>
                  <a:pt x="66973" y="219075"/>
                  <a:pt x="114300" y="219075"/>
                </a:cubicBezTo>
                <a:cubicBezTo>
                  <a:pt x="161627" y="219075"/>
                  <a:pt x="200025" y="180677"/>
                  <a:pt x="200025" y="133350"/>
                </a:cubicBezTo>
                <a:lnTo>
                  <a:pt x="200025" y="109537"/>
                </a:lnTo>
                <a:cubicBezTo>
                  <a:pt x="200025" y="101620"/>
                  <a:pt x="206395" y="95250"/>
                  <a:pt x="214313" y="95250"/>
                </a:cubicBezTo>
                <a:cubicBezTo>
                  <a:pt x="222230" y="95250"/>
                  <a:pt x="228600" y="101620"/>
                  <a:pt x="228600" y="109537"/>
                </a:cubicBezTo>
                <a:lnTo>
                  <a:pt x="228600" y="133350"/>
                </a:lnTo>
                <a:cubicBezTo>
                  <a:pt x="228600" y="191631"/>
                  <a:pt x="184964" y="239732"/>
                  <a:pt x="128588" y="246757"/>
                </a:cubicBezTo>
                <a:lnTo>
                  <a:pt x="128588" y="276225"/>
                </a:lnTo>
                <a:lnTo>
                  <a:pt x="157163" y="276225"/>
                </a:lnTo>
                <a:cubicBezTo>
                  <a:pt x="165080" y="276225"/>
                  <a:pt x="171450" y="282595"/>
                  <a:pt x="171450" y="290513"/>
                </a:cubicBezTo>
                <a:cubicBezTo>
                  <a:pt x="171450" y="298430"/>
                  <a:pt x="165080" y="304800"/>
                  <a:pt x="157163" y="304800"/>
                </a:cubicBezTo>
                <a:lnTo>
                  <a:pt x="71438" y="304800"/>
                </a:lnTo>
                <a:cubicBezTo>
                  <a:pt x="63520" y="304800"/>
                  <a:pt x="57150" y="298430"/>
                  <a:pt x="57150" y="290513"/>
                </a:cubicBezTo>
                <a:cubicBezTo>
                  <a:pt x="57150" y="282595"/>
                  <a:pt x="63520" y="276225"/>
                  <a:pt x="71438" y="276225"/>
                </a:cubicBezTo>
                <a:lnTo>
                  <a:pt x="100013" y="276225"/>
                </a:lnTo>
                <a:lnTo>
                  <a:pt x="100013" y="246757"/>
                </a:lnTo>
                <a:cubicBezTo>
                  <a:pt x="43636" y="239732"/>
                  <a:pt x="0" y="191631"/>
                  <a:pt x="0" y="133350"/>
                </a:cubicBezTo>
                <a:lnTo>
                  <a:pt x="0" y="109537"/>
                </a:lnTo>
                <a:cubicBezTo>
                  <a:pt x="0" y="101620"/>
                  <a:pt x="6370" y="95250"/>
                  <a:pt x="14288" y="952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2311400"/>
            <a:ext cx="782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High-Accuracy 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2819400"/>
            <a:ext cx="777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OpenAI's Whisper model, delivering industry-leading transcription accuracy with robust noise resistance and multi-speaker recognition.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2950" y="3638550"/>
            <a:ext cx="2743200" cy="977900"/>
          </a:xfrm>
          <a:custGeom>
            <a:avLst/>
            <a:gdLst/>
            <a:ahLst/>
            <a:cxnLst/>
            <a:rect l="l" t="t" r="r" b="b"/>
            <a:pathLst>
              <a:path w="2743200" h="977900">
                <a:moveTo>
                  <a:pt x="101604" y="0"/>
                </a:moveTo>
                <a:lnTo>
                  <a:pt x="2641596" y="0"/>
                </a:lnTo>
                <a:cubicBezTo>
                  <a:pt x="2697710" y="0"/>
                  <a:pt x="2743200" y="45490"/>
                  <a:pt x="2743200" y="101604"/>
                </a:cubicBezTo>
                <a:lnTo>
                  <a:pt x="2743200" y="876296"/>
                </a:lnTo>
                <a:cubicBezTo>
                  <a:pt x="2743200" y="932410"/>
                  <a:pt x="2697710" y="977900"/>
                  <a:pt x="26415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450" y="3746500"/>
            <a:ext cx="26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95%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" y="4254500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5483" y="3638550"/>
            <a:ext cx="2743200" cy="977900"/>
          </a:xfrm>
          <a:custGeom>
            <a:avLst/>
            <a:gdLst/>
            <a:ahLst/>
            <a:cxnLst/>
            <a:rect l="l" t="t" r="r" b="b"/>
            <a:pathLst>
              <a:path w="2743200" h="977900">
                <a:moveTo>
                  <a:pt x="101604" y="0"/>
                </a:moveTo>
                <a:lnTo>
                  <a:pt x="2641596" y="0"/>
                </a:lnTo>
                <a:cubicBezTo>
                  <a:pt x="2697710" y="0"/>
                  <a:pt x="2743200" y="45490"/>
                  <a:pt x="2743200" y="101604"/>
                </a:cubicBezTo>
                <a:lnTo>
                  <a:pt x="2743200" y="876296"/>
                </a:lnTo>
                <a:cubicBezTo>
                  <a:pt x="2743200" y="932410"/>
                  <a:pt x="2697710" y="977900"/>
                  <a:pt x="26415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8983" y="3746500"/>
            <a:ext cx="26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69783" y="4254500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68017" y="3638550"/>
            <a:ext cx="2743200" cy="977900"/>
          </a:xfrm>
          <a:custGeom>
            <a:avLst/>
            <a:gdLst/>
            <a:ahLst/>
            <a:cxnLst/>
            <a:rect l="l" t="t" r="r" b="b"/>
            <a:pathLst>
              <a:path w="2743200" h="977900">
                <a:moveTo>
                  <a:pt x="101604" y="0"/>
                </a:moveTo>
                <a:lnTo>
                  <a:pt x="2641596" y="0"/>
                </a:lnTo>
                <a:cubicBezTo>
                  <a:pt x="2697710" y="0"/>
                  <a:pt x="2743200" y="45490"/>
                  <a:pt x="2743200" y="101604"/>
                </a:cubicBezTo>
                <a:lnTo>
                  <a:pt x="2743200" y="876296"/>
                </a:lnTo>
                <a:cubicBezTo>
                  <a:pt x="2743200" y="932410"/>
                  <a:pt x="2697710" y="977900"/>
                  <a:pt x="26415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1517" y="3746500"/>
            <a:ext cx="26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82317" y="4254500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Noise Reduction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0700" y="5016500"/>
            <a:ext cx="9017000" cy="2235200"/>
          </a:xfrm>
          <a:custGeom>
            <a:avLst/>
            <a:gdLst/>
            <a:ahLst/>
            <a:cxnLst/>
            <a:rect l="l" t="t" r="r" b="b"/>
            <a:pathLst>
              <a:path w="9017000" h="2235200">
                <a:moveTo>
                  <a:pt x="152396" y="0"/>
                </a:moveTo>
                <a:lnTo>
                  <a:pt x="8864604" y="0"/>
                </a:lnTo>
                <a:cubicBezTo>
                  <a:pt x="8948770" y="0"/>
                  <a:pt x="9017000" y="68230"/>
                  <a:pt x="9017000" y="152396"/>
                </a:cubicBezTo>
                <a:lnTo>
                  <a:pt x="9017000" y="2082804"/>
                </a:lnTo>
                <a:cubicBezTo>
                  <a:pt x="9017000" y="2166970"/>
                  <a:pt x="8948770" y="2235200"/>
                  <a:pt x="8864604" y="2235200"/>
                </a:cubicBezTo>
                <a:lnTo>
                  <a:pt x="152396" y="2235200"/>
                </a:lnTo>
                <a:cubicBezTo>
                  <a:pt x="68230" y="2235200"/>
                  <a:pt x="0" y="2166970"/>
                  <a:pt x="0" y="20828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2700000" scaled="1"/>
          </a:gradFill>
          <a:ln w="254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600" y="5232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20750" y="5435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25" name="Text 23"/>
          <p:cNvSpPr/>
          <p:nvPr/>
        </p:nvSpPr>
        <p:spPr>
          <a:xfrm>
            <a:off x="1651000" y="5232400"/>
            <a:ext cx="782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Word Cloud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51000" y="5740400"/>
            <a:ext cx="777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representation of word frequency with real-time color coding and interactive hover effects for deeper insights.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600" y="6667500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697302" y="6559550"/>
            <a:ext cx="1193800" cy="469900"/>
          </a:xfrm>
          <a:custGeom>
            <a:avLst/>
            <a:gdLst/>
            <a:ahLst/>
            <a:cxnLst/>
            <a:rect l="l" t="t" r="r" b="b"/>
            <a:pathLst>
              <a:path w="1193800" h="469900">
                <a:moveTo>
                  <a:pt x="101602" y="0"/>
                </a:moveTo>
                <a:lnTo>
                  <a:pt x="1092198" y="0"/>
                </a:lnTo>
                <a:cubicBezTo>
                  <a:pt x="1148311" y="0"/>
                  <a:pt x="1193800" y="45489"/>
                  <a:pt x="1193800" y="101602"/>
                </a:cubicBezTo>
                <a:lnTo>
                  <a:pt x="1193800" y="368298"/>
                </a:lnTo>
                <a:cubicBezTo>
                  <a:pt x="1193800" y="424411"/>
                  <a:pt x="1148311" y="469900"/>
                  <a:pt x="1092198" y="469900"/>
                </a:cubicBezTo>
                <a:lnTo>
                  <a:pt x="101602" y="469900"/>
                </a:lnTo>
                <a:cubicBezTo>
                  <a:pt x="45489" y="469900"/>
                  <a:pt x="0" y="424411"/>
                  <a:pt x="0" y="368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D4FF">
              <a:alpha val="4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0952" y="6553200"/>
            <a:ext cx="1308100" cy="4572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podcast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08709" y="6559550"/>
            <a:ext cx="863600" cy="469900"/>
          </a:xfrm>
          <a:custGeom>
            <a:avLst/>
            <a:gdLst/>
            <a:ahLst/>
            <a:cxnLst/>
            <a:rect l="l" t="t" r="r" b="b"/>
            <a:pathLst>
              <a:path w="863600" h="469900">
                <a:moveTo>
                  <a:pt x="101602" y="0"/>
                </a:moveTo>
                <a:lnTo>
                  <a:pt x="761998" y="0"/>
                </a:lnTo>
                <a:cubicBezTo>
                  <a:pt x="818111" y="0"/>
                  <a:pt x="863600" y="45489"/>
                  <a:pt x="863600" y="101602"/>
                </a:cubicBezTo>
                <a:lnTo>
                  <a:pt x="863600" y="368298"/>
                </a:lnTo>
                <a:cubicBezTo>
                  <a:pt x="863600" y="424411"/>
                  <a:pt x="818111" y="469900"/>
                  <a:pt x="761998" y="469900"/>
                </a:cubicBezTo>
                <a:lnTo>
                  <a:pt x="101602" y="469900"/>
                </a:lnTo>
                <a:cubicBezTo>
                  <a:pt x="45489" y="469900"/>
                  <a:pt x="0" y="424411"/>
                  <a:pt x="0" y="368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 w="12700">
            <a:solidFill>
              <a:srgbClr val="00D4FF">
                <a:alpha val="5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02359" y="6553200"/>
            <a:ext cx="965200" cy="4572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90115" y="6584950"/>
            <a:ext cx="508000" cy="419100"/>
          </a:xfrm>
          <a:custGeom>
            <a:avLst/>
            <a:gdLst/>
            <a:ahLst/>
            <a:cxnLst/>
            <a:rect l="l" t="t" r="r" b="b"/>
            <a:pathLst>
              <a:path w="508000" h="419100">
                <a:moveTo>
                  <a:pt x="101598" y="0"/>
                </a:moveTo>
                <a:lnTo>
                  <a:pt x="406402" y="0"/>
                </a:lnTo>
                <a:cubicBezTo>
                  <a:pt x="462513" y="0"/>
                  <a:pt x="508000" y="45487"/>
                  <a:pt x="508000" y="101598"/>
                </a:cubicBezTo>
                <a:lnTo>
                  <a:pt x="508000" y="317502"/>
                </a:lnTo>
                <a:cubicBezTo>
                  <a:pt x="508000" y="373613"/>
                  <a:pt x="462513" y="419100"/>
                  <a:pt x="4064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83765" y="6578600"/>
            <a:ext cx="596900" cy="4064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07851" y="6610350"/>
            <a:ext cx="825500" cy="368300"/>
          </a:xfrm>
          <a:custGeom>
            <a:avLst/>
            <a:gdLst/>
            <a:ahLst/>
            <a:cxnLst/>
            <a:rect l="l" t="t" r="r" b="b"/>
            <a:pathLst>
              <a:path w="825500" h="368300">
                <a:moveTo>
                  <a:pt x="50800" y="0"/>
                </a:moveTo>
                <a:lnTo>
                  <a:pt x="774700" y="0"/>
                </a:lnTo>
                <a:cubicBezTo>
                  <a:pt x="802756" y="0"/>
                  <a:pt x="825500" y="22744"/>
                  <a:pt x="825500" y="50800"/>
                </a:cubicBezTo>
                <a:lnTo>
                  <a:pt x="825500" y="317500"/>
                </a:lnTo>
                <a:cubicBezTo>
                  <a:pt x="825500" y="345556"/>
                  <a:pt x="802756" y="368300"/>
                  <a:pt x="774700" y="368300"/>
                </a:cubicBezTo>
                <a:lnTo>
                  <a:pt x="50800" y="368300"/>
                </a:lnTo>
                <a:cubicBezTo>
                  <a:pt x="22744" y="368300"/>
                  <a:pt x="0" y="345556"/>
                  <a:pt x="0" y="317500"/>
                </a:cubicBez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1501" y="6604000"/>
            <a:ext cx="901700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0700" y="7429500"/>
            <a:ext cx="9017000" cy="1600200"/>
          </a:xfrm>
          <a:custGeom>
            <a:avLst/>
            <a:gdLst/>
            <a:ahLst/>
            <a:cxnLst/>
            <a:rect l="l" t="t" r="r" b="b"/>
            <a:pathLst>
              <a:path w="9017000" h="1600200">
                <a:moveTo>
                  <a:pt x="152403" y="0"/>
                </a:moveTo>
                <a:lnTo>
                  <a:pt x="8864597" y="0"/>
                </a:lnTo>
                <a:cubicBezTo>
                  <a:pt x="8948767" y="0"/>
                  <a:pt x="9017000" y="68233"/>
                  <a:pt x="9017000" y="152403"/>
                </a:cubicBezTo>
                <a:lnTo>
                  <a:pt x="9017000" y="1447797"/>
                </a:lnTo>
                <a:cubicBezTo>
                  <a:pt x="9017000" y="1531967"/>
                  <a:pt x="8948767" y="1600200"/>
                  <a:pt x="8864597" y="1600200"/>
                </a:cubicBezTo>
                <a:lnTo>
                  <a:pt x="152403" y="1600200"/>
                </a:lnTo>
                <a:cubicBezTo>
                  <a:pt x="68233" y="1600200"/>
                  <a:pt x="0" y="1531967"/>
                  <a:pt x="0" y="1447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32FF7D">
                  <a:alpha val="5000"/>
                </a:srgbClr>
              </a:gs>
            </a:gsLst>
            <a:lin ang="2700000" scaled="1"/>
          </a:gradFill>
          <a:ln w="254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600" y="7645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39800" y="784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9" name="Text 37"/>
          <p:cNvSpPr/>
          <p:nvPr/>
        </p:nvSpPr>
        <p:spPr>
          <a:xfrm>
            <a:off x="1651000" y="7645400"/>
            <a:ext cx="782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&amp; Highlight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651000" y="8153400"/>
            <a:ext cx="777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keyword location with timestamp correlation. Jump directly to relevant segments without listening to entire episodes.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 rot="-120000">
            <a:off x="9682108" y="1981256"/>
            <a:ext cx="5943600" cy="7112000"/>
          </a:xfrm>
          <a:custGeom>
            <a:avLst/>
            <a:gdLst/>
            <a:ahLst/>
            <a:cxnLst/>
            <a:rect l="l" t="t" r="r" b="b"/>
            <a:pathLst>
              <a:path w="5943600" h="7112000">
                <a:moveTo>
                  <a:pt x="203212" y="0"/>
                </a:moveTo>
                <a:lnTo>
                  <a:pt x="5740388" y="0"/>
                </a:lnTo>
                <a:cubicBezTo>
                  <a:pt x="5852619" y="0"/>
                  <a:pt x="5943600" y="90981"/>
                  <a:pt x="5943600" y="203212"/>
                </a:cubicBezTo>
                <a:lnTo>
                  <a:pt x="5943600" y="6908788"/>
                </a:lnTo>
                <a:cubicBezTo>
                  <a:pt x="5943600" y="7021019"/>
                  <a:pt x="5852619" y="7112000"/>
                  <a:pt x="5740388" y="7112000"/>
                </a:cubicBezTo>
                <a:lnTo>
                  <a:pt x="203212" y="7112000"/>
                </a:lnTo>
                <a:cubicBezTo>
                  <a:pt x="90981" y="7112000"/>
                  <a:pt x="0" y="7021019"/>
                  <a:pt x="0" y="6908788"/>
                </a:cubicBezTo>
                <a:lnTo>
                  <a:pt x="0" y="203212"/>
                </a:lnTo>
                <a:cubicBezTo>
                  <a:pt x="0" y="91056"/>
                  <a:pt x="91056" y="0"/>
                  <a:pt x="20321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9D4EDD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9817100" y="2095500"/>
            <a:ext cx="5918200" cy="7086600"/>
          </a:xfrm>
          <a:custGeom>
            <a:avLst/>
            <a:gdLst/>
            <a:ahLst/>
            <a:cxnLst/>
            <a:rect l="l" t="t" r="r" b="b"/>
            <a:pathLst>
              <a:path w="5918200" h="7086600">
                <a:moveTo>
                  <a:pt x="203172" y="0"/>
                </a:moveTo>
                <a:lnTo>
                  <a:pt x="5715028" y="0"/>
                </a:lnTo>
                <a:cubicBezTo>
                  <a:pt x="5827237" y="0"/>
                  <a:pt x="5918200" y="90963"/>
                  <a:pt x="5918200" y="203172"/>
                </a:cubicBezTo>
                <a:lnTo>
                  <a:pt x="5918200" y="6883428"/>
                </a:lnTo>
                <a:cubicBezTo>
                  <a:pt x="5918200" y="6995637"/>
                  <a:pt x="5827237" y="7086600"/>
                  <a:pt x="5715028" y="7086600"/>
                </a:cubicBezTo>
                <a:lnTo>
                  <a:pt x="203172" y="7086600"/>
                </a:lnTo>
                <a:cubicBezTo>
                  <a:pt x="90963" y="7086600"/>
                  <a:pt x="0" y="6995637"/>
                  <a:pt x="0" y="6883428"/>
                </a:cubicBezTo>
                <a:lnTo>
                  <a:pt x="0" y="203172"/>
                </a:lnTo>
                <a:cubicBezTo>
                  <a:pt x="0" y="91038"/>
                  <a:pt x="91038" y="0"/>
                  <a:pt x="203172" y="0"/>
                </a:cubicBezTo>
                <a:close/>
              </a:path>
            </a:pathLst>
          </a:custGeom>
          <a:solidFill>
            <a:srgbClr val="0D0D0D">
              <a:alpha val="94902"/>
            </a:srgbClr>
          </a:soli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2682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100000">
                <a:srgbClr val="9D4EDD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2547600" y="269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0" y="3632200"/>
            <a:ext cx="543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Preview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83800" y="4140200"/>
            <a:ext cx="538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Interface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140950" y="4603750"/>
            <a:ext cx="5270500" cy="1739900"/>
          </a:xfrm>
          <a:custGeom>
            <a:avLst/>
            <a:gdLst/>
            <a:ahLst/>
            <a:cxnLst/>
            <a:rect l="l" t="t" r="r" b="b"/>
            <a:pathLst>
              <a:path w="5270500" h="1739900">
                <a:moveTo>
                  <a:pt x="101593" y="0"/>
                </a:moveTo>
                <a:lnTo>
                  <a:pt x="5168907" y="0"/>
                </a:lnTo>
                <a:cubicBezTo>
                  <a:pt x="5225015" y="0"/>
                  <a:pt x="5270500" y="45485"/>
                  <a:pt x="5270500" y="101593"/>
                </a:cubicBezTo>
                <a:lnTo>
                  <a:pt x="5270500" y="1638307"/>
                </a:lnTo>
                <a:cubicBezTo>
                  <a:pt x="5270500" y="1694415"/>
                  <a:pt x="5225015" y="1739900"/>
                  <a:pt x="5168907" y="1739900"/>
                </a:cubicBezTo>
                <a:lnTo>
                  <a:pt x="101593" y="1739900"/>
                </a:lnTo>
                <a:cubicBezTo>
                  <a:pt x="45485" y="1739900"/>
                  <a:pt x="0" y="1694415"/>
                  <a:pt x="0" y="16383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1A1A1A">
              <a:alpha val="80000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99700" y="47752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Transcript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4763685" y="4768850"/>
            <a:ext cx="482600" cy="317500"/>
          </a:xfrm>
          <a:custGeom>
            <a:avLst/>
            <a:gdLst/>
            <a:ahLst/>
            <a:cxnLst/>
            <a:rect l="l" t="t" r="r" b="b"/>
            <a:pathLst>
              <a:path w="482600" h="317500">
                <a:moveTo>
                  <a:pt x="50800" y="0"/>
                </a:moveTo>
                <a:lnTo>
                  <a:pt x="431800" y="0"/>
                </a:lnTo>
                <a:cubicBezTo>
                  <a:pt x="459837" y="0"/>
                  <a:pt x="482600" y="22763"/>
                  <a:pt x="482600" y="50800"/>
                </a:cubicBezTo>
                <a:lnTo>
                  <a:pt x="482600" y="266700"/>
                </a:lnTo>
                <a:cubicBezTo>
                  <a:pt x="482600" y="294737"/>
                  <a:pt x="459837" y="317500"/>
                  <a:pt x="4318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757335" y="4762500"/>
            <a:ext cx="546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299700" y="5194300"/>
            <a:ext cx="504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[00:00] Welcome to our podcast about AI...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306050" y="5505450"/>
            <a:ext cx="4940300" cy="368300"/>
          </a:xfrm>
          <a:custGeom>
            <a:avLst/>
            <a:gdLst/>
            <a:ahLst/>
            <a:cxnLst/>
            <a:rect l="l" t="t" r="r" b="b"/>
            <a:pathLst>
              <a:path w="4940300" h="368300">
                <a:moveTo>
                  <a:pt x="50800" y="0"/>
                </a:moveTo>
                <a:lnTo>
                  <a:pt x="4889500" y="0"/>
                </a:lnTo>
                <a:cubicBezTo>
                  <a:pt x="4917556" y="0"/>
                  <a:pt x="4940300" y="22744"/>
                  <a:pt x="4940300" y="50800"/>
                </a:cubicBezTo>
                <a:lnTo>
                  <a:pt x="4940300" y="317500"/>
                </a:lnTo>
                <a:cubicBezTo>
                  <a:pt x="4940300" y="345556"/>
                  <a:pt x="4917556" y="368300"/>
                  <a:pt x="4889500" y="368300"/>
                </a:cubicBezTo>
                <a:lnTo>
                  <a:pt x="50800" y="368300"/>
                </a:lnTo>
                <a:cubicBezTo>
                  <a:pt x="22744" y="368300"/>
                  <a:pt x="0" y="345556"/>
                  <a:pt x="0" y="317500"/>
                </a:cubicBez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99700" y="5499100"/>
            <a:ext cx="5016500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[00:15]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algorithms...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299700" y="5930900"/>
            <a:ext cx="504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[00:30] The future of technology is...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140950" y="6508750"/>
            <a:ext cx="5270500" cy="1587500"/>
          </a:xfrm>
          <a:custGeom>
            <a:avLst/>
            <a:gdLst/>
            <a:ahLst/>
            <a:cxnLst/>
            <a:rect l="l" t="t" r="r" b="b"/>
            <a:pathLst>
              <a:path w="5270500" h="1587500">
                <a:moveTo>
                  <a:pt x="101600" y="0"/>
                </a:moveTo>
                <a:lnTo>
                  <a:pt x="5168900" y="0"/>
                </a:lnTo>
                <a:cubicBezTo>
                  <a:pt x="5224975" y="0"/>
                  <a:pt x="5270500" y="45525"/>
                  <a:pt x="5270500" y="101600"/>
                </a:cubicBezTo>
                <a:lnTo>
                  <a:pt x="5270500" y="1485900"/>
                </a:lnTo>
                <a:cubicBezTo>
                  <a:pt x="5270500" y="1541975"/>
                  <a:pt x="5224975" y="1587500"/>
                  <a:pt x="5168900" y="1587500"/>
                </a:cubicBezTo>
                <a:lnTo>
                  <a:pt x="101600" y="1587500"/>
                </a:lnTo>
                <a:cubicBezTo>
                  <a:pt x="45525" y="1587500"/>
                  <a:pt x="0" y="1541975"/>
                  <a:pt x="0" y="14859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A1A">
              <a:alpha val="80000"/>
            </a:srgbClr>
          </a:solidFill>
          <a:ln w="12700">
            <a:solidFill>
              <a:srgbClr val="9D4EDD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99700" y="6667500"/>
            <a:ext cx="138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Results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4574044" y="6718300"/>
            <a:ext cx="749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matches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325100" y="7112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65390" y="51083"/>
                </a:moveTo>
                <a:cubicBezTo>
                  <a:pt x="62751" y="52541"/>
                  <a:pt x="61119" y="55354"/>
                  <a:pt x="61119" y="58341"/>
                </a:cubicBezTo>
                <a:lnTo>
                  <a:pt x="61119" y="119459"/>
                </a:lnTo>
                <a:cubicBezTo>
                  <a:pt x="61119" y="122481"/>
                  <a:pt x="62751" y="125259"/>
                  <a:pt x="65390" y="126717"/>
                </a:cubicBezTo>
                <a:cubicBezTo>
                  <a:pt x="68029" y="128176"/>
                  <a:pt x="71224" y="128141"/>
                  <a:pt x="73829" y="126544"/>
                </a:cubicBezTo>
                <a:lnTo>
                  <a:pt x="123835" y="95984"/>
                </a:lnTo>
                <a:cubicBezTo>
                  <a:pt x="126301" y="94456"/>
                  <a:pt x="127828" y="91782"/>
                  <a:pt x="127828" y="88865"/>
                </a:cubicBezTo>
                <a:cubicBezTo>
                  <a:pt x="127828" y="85948"/>
                  <a:pt x="126301" y="83274"/>
                  <a:pt x="123835" y="81746"/>
                </a:cubicBezTo>
                <a:lnTo>
                  <a:pt x="73829" y="51187"/>
                </a:lnTo>
                <a:cubicBezTo>
                  <a:pt x="71259" y="49624"/>
                  <a:pt x="68029" y="49555"/>
                  <a:pt x="65390" y="5101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9" name="Text 57"/>
          <p:cNvSpPr/>
          <p:nvPr/>
        </p:nvSpPr>
        <p:spPr>
          <a:xfrm>
            <a:off x="10623550" y="70739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0:15 - ML algorithms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325100" y="7416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65390" y="51083"/>
                </a:moveTo>
                <a:cubicBezTo>
                  <a:pt x="62751" y="52541"/>
                  <a:pt x="61119" y="55354"/>
                  <a:pt x="61119" y="58341"/>
                </a:cubicBezTo>
                <a:lnTo>
                  <a:pt x="61119" y="119459"/>
                </a:lnTo>
                <a:cubicBezTo>
                  <a:pt x="61119" y="122481"/>
                  <a:pt x="62751" y="125259"/>
                  <a:pt x="65390" y="126717"/>
                </a:cubicBezTo>
                <a:cubicBezTo>
                  <a:pt x="68029" y="128176"/>
                  <a:pt x="71224" y="128141"/>
                  <a:pt x="73829" y="126544"/>
                </a:cubicBezTo>
                <a:lnTo>
                  <a:pt x="123835" y="95984"/>
                </a:lnTo>
                <a:cubicBezTo>
                  <a:pt x="126301" y="94456"/>
                  <a:pt x="127828" y="91782"/>
                  <a:pt x="127828" y="88865"/>
                </a:cubicBezTo>
                <a:cubicBezTo>
                  <a:pt x="127828" y="85948"/>
                  <a:pt x="126301" y="83274"/>
                  <a:pt x="123835" y="81746"/>
                </a:cubicBezTo>
                <a:lnTo>
                  <a:pt x="73829" y="51187"/>
                </a:lnTo>
                <a:cubicBezTo>
                  <a:pt x="71259" y="49624"/>
                  <a:pt x="68029" y="49555"/>
                  <a:pt x="65390" y="5101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1" name="Text 59"/>
          <p:cNvSpPr/>
          <p:nvPr/>
        </p:nvSpPr>
        <p:spPr>
          <a:xfrm>
            <a:off x="10623550" y="73787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2:45 - Deep learning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325100" y="7721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65390" y="51083"/>
                </a:moveTo>
                <a:cubicBezTo>
                  <a:pt x="62751" y="52541"/>
                  <a:pt x="61119" y="55354"/>
                  <a:pt x="61119" y="58341"/>
                </a:cubicBezTo>
                <a:lnTo>
                  <a:pt x="61119" y="119459"/>
                </a:lnTo>
                <a:cubicBezTo>
                  <a:pt x="61119" y="122481"/>
                  <a:pt x="62751" y="125259"/>
                  <a:pt x="65390" y="126717"/>
                </a:cubicBezTo>
                <a:cubicBezTo>
                  <a:pt x="68029" y="128176"/>
                  <a:pt x="71224" y="128141"/>
                  <a:pt x="73829" y="126544"/>
                </a:cubicBezTo>
                <a:lnTo>
                  <a:pt x="123835" y="95984"/>
                </a:lnTo>
                <a:cubicBezTo>
                  <a:pt x="126301" y="94456"/>
                  <a:pt x="127828" y="91782"/>
                  <a:pt x="127828" y="88865"/>
                </a:cubicBezTo>
                <a:cubicBezTo>
                  <a:pt x="127828" y="85948"/>
                  <a:pt x="126301" y="83274"/>
                  <a:pt x="123835" y="81746"/>
                </a:cubicBezTo>
                <a:lnTo>
                  <a:pt x="73829" y="51187"/>
                </a:lnTo>
                <a:cubicBezTo>
                  <a:pt x="71259" y="49624"/>
                  <a:pt x="68029" y="49555"/>
                  <a:pt x="65390" y="5101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3" name="Text 61"/>
          <p:cNvSpPr/>
          <p:nvPr/>
        </p:nvSpPr>
        <p:spPr>
          <a:xfrm>
            <a:off x="10623550" y="76835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5:30 - Neural networks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140950" y="8261350"/>
            <a:ext cx="5270500" cy="1054100"/>
          </a:xfrm>
          <a:custGeom>
            <a:avLst/>
            <a:gdLst/>
            <a:ahLst/>
            <a:cxnLst/>
            <a:rect l="l" t="t" r="r" b="b"/>
            <a:pathLst>
              <a:path w="5270500" h="1054100">
                <a:moveTo>
                  <a:pt x="101605" y="0"/>
                </a:moveTo>
                <a:lnTo>
                  <a:pt x="5168895" y="0"/>
                </a:lnTo>
                <a:cubicBezTo>
                  <a:pt x="5225010" y="0"/>
                  <a:pt x="5270500" y="45490"/>
                  <a:pt x="5270500" y="101605"/>
                </a:cubicBezTo>
                <a:lnTo>
                  <a:pt x="5270500" y="952495"/>
                </a:lnTo>
                <a:cubicBezTo>
                  <a:pt x="5270500" y="1008610"/>
                  <a:pt x="5225010" y="1054100"/>
                  <a:pt x="5168895" y="1054100"/>
                </a:cubicBezTo>
                <a:lnTo>
                  <a:pt x="101605" y="1054100"/>
                </a:lnTo>
                <a:cubicBezTo>
                  <a:pt x="45490" y="1054100"/>
                  <a:pt x="0" y="1008610"/>
                  <a:pt x="0" y="952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A1A">
              <a:alpha val="80000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299700" y="84201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Options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5036800" y="84709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12700"/>
                </a:moveTo>
                <a:cubicBezTo>
                  <a:pt x="101600" y="5675"/>
                  <a:pt x="95925" y="0"/>
                  <a:pt x="88900" y="0"/>
                </a:cubicBezTo>
                <a:cubicBezTo>
                  <a:pt x="81875" y="0"/>
                  <a:pt x="76200" y="5675"/>
                  <a:pt x="76200" y="12700"/>
                </a:cubicBezTo>
                <a:lnTo>
                  <a:pt x="76200" y="96322"/>
                </a:lnTo>
                <a:lnTo>
                  <a:pt x="59769" y="79891"/>
                </a:lnTo>
                <a:cubicBezTo>
                  <a:pt x="54808" y="74930"/>
                  <a:pt x="46752" y="74930"/>
                  <a:pt x="41791" y="79891"/>
                </a:cubicBezTo>
                <a:cubicBezTo>
                  <a:pt x="36830" y="84852"/>
                  <a:pt x="36830" y="92908"/>
                  <a:pt x="41791" y="97869"/>
                </a:cubicBezTo>
                <a:lnTo>
                  <a:pt x="79891" y="135969"/>
                </a:lnTo>
                <a:cubicBezTo>
                  <a:pt x="84852" y="140930"/>
                  <a:pt x="92908" y="140930"/>
                  <a:pt x="97869" y="135969"/>
                </a:cubicBezTo>
                <a:lnTo>
                  <a:pt x="135969" y="97869"/>
                </a:lnTo>
                <a:cubicBezTo>
                  <a:pt x="140930" y="92908"/>
                  <a:pt x="140930" y="84852"/>
                  <a:pt x="135969" y="79891"/>
                </a:cubicBezTo>
                <a:cubicBezTo>
                  <a:pt x="131008" y="74930"/>
                  <a:pt x="122952" y="74930"/>
                  <a:pt x="117991" y="79891"/>
                </a:cubicBezTo>
                <a:lnTo>
                  <a:pt x="101600" y="96322"/>
                </a:lnTo>
                <a:lnTo>
                  <a:pt x="101600" y="12700"/>
                </a:lnTo>
                <a:close/>
                <a:moveTo>
                  <a:pt x="25400" y="127000"/>
                </a:moveTo>
                <a:cubicBezTo>
                  <a:pt x="11390" y="127000"/>
                  <a:pt x="0" y="138390"/>
                  <a:pt x="0" y="1524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52400"/>
                </a:lnTo>
                <a:cubicBezTo>
                  <a:pt x="177800" y="138390"/>
                  <a:pt x="166410" y="127000"/>
                  <a:pt x="152400" y="127000"/>
                </a:cubicBezTo>
                <a:lnTo>
                  <a:pt x="133787" y="127000"/>
                </a:lnTo>
                <a:lnTo>
                  <a:pt x="111323" y="149463"/>
                </a:lnTo>
                <a:cubicBezTo>
                  <a:pt x="98941" y="161846"/>
                  <a:pt x="78819" y="161846"/>
                  <a:pt x="66437" y="149463"/>
                </a:cubicBezTo>
                <a:lnTo>
                  <a:pt x="44013" y="127000"/>
                </a:lnTo>
                <a:lnTo>
                  <a:pt x="25400" y="127000"/>
                </a:lnTo>
                <a:close/>
                <a:moveTo>
                  <a:pt x="146050" y="149225"/>
                </a:moveTo>
                <a:cubicBezTo>
                  <a:pt x="151307" y="149225"/>
                  <a:pt x="155575" y="153493"/>
                  <a:pt x="155575" y="158750"/>
                </a:cubicBezTo>
                <a:cubicBezTo>
                  <a:pt x="155575" y="164007"/>
                  <a:pt x="151307" y="168275"/>
                  <a:pt x="146050" y="168275"/>
                </a:cubicBezTo>
                <a:cubicBezTo>
                  <a:pt x="140793" y="168275"/>
                  <a:pt x="136525" y="164007"/>
                  <a:pt x="136525" y="158750"/>
                </a:cubicBezTo>
                <a:cubicBezTo>
                  <a:pt x="136525" y="153493"/>
                  <a:pt x="140793" y="149225"/>
                  <a:pt x="146050" y="149225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67" name="Shape 65"/>
          <p:cNvSpPr/>
          <p:nvPr/>
        </p:nvSpPr>
        <p:spPr>
          <a:xfrm>
            <a:off x="10306050" y="8832850"/>
            <a:ext cx="431800" cy="317500"/>
          </a:xfrm>
          <a:custGeom>
            <a:avLst/>
            <a:gdLst/>
            <a:ahLst/>
            <a:cxnLst/>
            <a:rect l="l" t="t" r="r" b="b"/>
            <a:pathLst>
              <a:path w="431800" h="317500">
                <a:moveTo>
                  <a:pt x="50800" y="0"/>
                </a:moveTo>
                <a:lnTo>
                  <a:pt x="381000" y="0"/>
                </a:lnTo>
                <a:cubicBezTo>
                  <a:pt x="409037" y="0"/>
                  <a:pt x="431800" y="22763"/>
                  <a:pt x="431800" y="50800"/>
                </a:cubicBezTo>
                <a:lnTo>
                  <a:pt x="431800" y="266700"/>
                </a:lnTo>
                <a:cubicBezTo>
                  <a:pt x="431800" y="294737"/>
                  <a:pt x="409037" y="317500"/>
                  <a:pt x="3810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299700" y="8826500"/>
            <a:ext cx="4953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.txt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846264" y="8832850"/>
            <a:ext cx="419100" cy="317500"/>
          </a:xfrm>
          <a:custGeom>
            <a:avLst/>
            <a:gdLst/>
            <a:ahLst/>
            <a:cxnLst/>
            <a:rect l="l" t="t" r="r" b="b"/>
            <a:pathLst>
              <a:path w="419100" h="317500">
                <a:moveTo>
                  <a:pt x="50800" y="0"/>
                </a:moveTo>
                <a:lnTo>
                  <a:pt x="368300" y="0"/>
                </a:lnTo>
                <a:cubicBezTo>
                  <a:pt x="396337" y="0"/>
                  <a:pt x="419100" y="22763"/>
                  <a:pt x="419100" y="50800"/>
                </a:cubicBezTo>
                <a:lnTo>
                  <a:pt x="419100" y="266700"/>
                </a:lnTo>
                <a:cubicBezTo>
                  <a:pt x="419100" y="294737"/>
                  <a:pt x="396337" y="317500"/>
                  <a:pt x="3683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839914" y="8826500"/>
            <a:ext cx="4826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9D4E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.srt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1381648" y="8832850"/>
            <a:ext cx="520700" cy="317500"/>
          </a:xfrm>
          <a:custGeom>
            <a:avLst/>
            <a:gdLst/>
            <a:ahLst/>
            <a:cxnLst/>
            <a:rect l="l" t="t" r="r" b="b"/>
            <a:pathLst>
              <a:path w="520700" h="317500">
                <a:moveTo>
                  <a:pt x="50800" y="0"/>
                </a:moveTo>
                <a:lnTo>
                  <a:pt x="469900" y="0"/>
                </a:lnTo>
                <a:cubicBezTo>
                  <a:pt x="497937" y="0"/>
                  <a:pt x="520700" y="22763"/>
                  <a:pt x="520700" y="50800"/>
                </a:cubicBezTo>
                <a:lnTo>
                  <a:pt x="520700" y="266700"/>
                </a:lnTo>
                <a:cubicBezTo>
                  <a:pt x="520700" y="294737"/>
                  <a:pt x="497937" y="317500"/>
                  <a:pt x="4699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375298" y="8826500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.json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custGeom>
            <a:avLst/>
            <a:gdLst/>
            <a:ahLst/>
            <a:cxnLst/>
            <a:rect l="l" t="t" r="r" b="b"/>
            <a:pathLst>
              <a:path w="8128000" h="9144000">
                <a:moveTo>
                  <a:pt x="0" y="0"/>
                </a:moveTo>
                <a:lnTo>
                  <a:pt x="8128000" y="0"/>
                </a:lnTo>
                <a:lnTo>
                  <a:pt x="812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508000"/>
            <a:ext cx="1289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 2: Topic Segmentation &amp; Smart Audio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2400" y="1320800"/>
            <a:ext cx="1271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9D4E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 Navigation ("YouTube Chapters" for Audio)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9D4ED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20700" y="2146300"/>
            <a:ext cx="7467600" cy="2794000"/>
          </a:xfrm>
          <a:custGeom>
            <a:avLst/>
            <a:gdLst/>
            <a:ahLst/>
            <a:cxnLst/>
            <a:rect l="l" t="t" r="r" b="b"/>
            <a:pathLst>
              <a:path w="7467600" h="2794000">
                <a:moveTo>
                  <a:pt x="152413" y="0"/>
                </a:moveTo>
                <a:lnTo>
                  <a:pt x="7315187" y="0"/>
                </a:lnTo>
                <a:cubicBezTo>
                  <a:pt x="7399363" y="0"/>
                  <a:pt x="7467600" y="68237"/>
                  <a:pt x="7467600" y="152413"/>
                </a:cubicBezTo>
                <a:lnTo>
                  <a:pt x="7467600" y="2641587"/>
                </a:lnTo>
                <a:cubicBezTo>
                  <a:pt x="7467600" y="2725763"/>
                  <a:pt x="7399363" y="2794000"/>
                  <a:pt x="7315187" y="2794000"/>
                </a:cubicBezTo>
                <a:lnTo>
                  <a:pt x="152413" y="2794000"/>
                </a:lnTo>
                <a:cubicBezTo>
                  <a:pt x="68237" y="2794000"/>
                  <a:pt x="0" y="2725763"/>
                  <a:pt x="0" y="2641587"/>
                </a:cubicBezTo>
                <a:lnTo>
                  <a:pt x="0" y="152413"/>
                </a:lnTo>
                <a:cubicBezTo>
                  <a:pt x="0" y="68237"/>
                  <a:pt x="68237" y="0"/>
                  <a:pt x="152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2700000" scaled="1"/>
          </a:gradFill>
          <a:ln w="254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4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" y="261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11" name="Text 9"/>
          <p:cNvSpPr/>
          <p:nvPr/>
        </p:nvSpPr>
        <p:spPr>
          <a:xfrm>
            <a:off x="1701800" y="241300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Solved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01800" y="29210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audio lacks structural navigation. Manual timestamping is time-intensive. Our solution: auto-generated timestamp chapters.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750" y="3790950"/>
            <a:ext cx="6921500" cy="622300"/>
          </a:xfrm>
          <a:custGeom>
            <a:avLst/>
            <a:gdLst/>
            <a:ahLst/>
            <a:cxnLst/>
            <a:rect l="l" t="t" r="r" b="b"/>
            <a:pathLst>
              <a:path w="6921500" h="622300">
                <a:moveTo>
                  <a:pt x="101603" y="0"/>
                </a:moveTo>
                <a:lnTo>
                  <a:pt x="6819897" y="0"/>
                </a:lnTo>
                <a:cubicBezTo>
                  <a:pt x="6876011" y="0"/>
                  <a:pt x="6921500" y="45489"/>
                  <a:pt x="6921500" y="101603"/>
                </a:cubicBezTo>
                <a:lnTo>
                  <a:pt x="6921500" y="520697"/>
                </a:lnTo>
                <a:cubicBezTo>
                  <a:pt x="6921500" y="576811"/>
                  <a:pt x="6876011" y="622300"/>
                  <a:pt x="6819897" y="622300"/>
                </a:cubicBezTo>
                <a:lnTo>
                  <a:pt x="101603" y="622300"/>
                </a:lnTo>
                <a:cubicBezTo>
                  <a:pt x="45489" y="622300"/>
                  <a:pt x="0" y="576811"/>
                  <a:pt x="0" y="520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4444">
              <a:alpha val="10196"/>
            </a:srgbClr>
          </a:solidFill>
          <a:ln w="12700">
            <a:solidFill>
              <a:srgbClr val="FF4444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" y="4000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358900" y="3949700"/>
            <a:ext cx="427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chapter creation: 2-3 hours per episode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67700" y="2146300"/>
            <a:ext cx="7467600" cy="2794000"/>
          </a:xfrm>
          <a:custGeom>
            <a:avLst/>
            <a:gdLst/>
            <a:ahLst/>
            <a:cxnLst/>
            <a:rect l="l" t="t" r="r" b="b"/>
            <a:pathLst>
              <a:path w="7467600" h="2794000">
                <a:moveTo>
                  <a:pt x="152413" y="0"/>
                </a:moveTo>
                <a:lnTo>
                  <a:pt x="7315187" y="0"/>
                </a:lnTo>
                <a:cubicBezTo>
                  <a:pt x="7399363" y="0"/>
                  <a:pt x="7467600" y="68237"/>
                  <a:pt x="7467600" y="152413"/>
                </a:cubicBezTo>
                <a:lnTo>
                  <a:pt x="7467600" y="2641587"/>
                </a:lnTo>
                <a:cubicBezTo>
                  <a:pt x="7467600" y="2725763"/>
                  <a:pt x="7399363" y="2794000"/>
                  <a:pt x="7315187" y="2794000"/>
                </a:cubicBezTo>
                <a:lnTo>
                  <a:pt x="152413" y="2794000"/>
                </a:lnTo>
                <a:cubicBezTo>
                  <a:pt x="68237" y="2794000"/>
                  <a:pt x="0" y="2725763"/>
                  <a:pt x="0" y="2641587"/>
                </a:cubicBezTo>
                <a:lnTo>
                  <a:pt x="0" y="152413"/>
                </a:lnTo>
                <a:cubicBezTo>
                  <a:pt x="0" y="68237"/>
                  <a:pt x="68237" y="0"/>
                  <a:pt x="152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44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737600" y="261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448800" y="241300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Solution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48800" y="29210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vectorization for topic detection. Identifies semantic boundaries and groups related content.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40750" y="3790950"/>
            <a:ext cx="3378200" cy="876300"/>
          </a:xfrm>
          <a:custGeom>
            <a:avLst/>
            <a:gdLst/>
            <a:ahLst/>
            <a:cxnLst/>
            <a:rect l="l" t="t" r="r" b="b"/>
            <a:pathLst>
              <a:path w="3378200" h="876300">
                <a:moveTo>
                  <a:pt x="101598" y="0"/>
                </a:moveTo>
                <a:lnTo>
                  <a:pt x="3276602" y="0"/>
                </a:lnTo>
                <a:cubicBezTo>
                  <a:pt x="3332713" y="0"/>
                  <a:pt x="3378200" y="45487"/>
                  <a:pt x="3378200" y="101598"/>
                </a:cubicBezTo>
                <a:lnTo>
                  <a:pt x="3378200" y="774702"/>
                </a:lnTo>
                <a:cubicBezTo>
                  <a:pt x="3378200" y="830813"/>
                  <a:pt x="3332713" y="876300"/>
                  <a:pt x="32766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3300" y="3898900"/>
            <a:ext cx="321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85%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55050" y="43053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Accuracy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084050" y="3790950"/>
            <a:ext cx="3378200" cy="876300"/>
          </a:xfrm>
          <a:custGeom>
            <a:avLst/>
            <a:gdLst/>
            <a:ahLst/>
            <a:cxnLst/>
            <a:rect l="l" t="t" r="r" b="b"/>
            <a:pathLst>
              <a:path w="3378200" h="876300">
                <a:moveTo>
                  <a:pt x="101598" y="0"/>
                </a:moveTo>
                <a:lnTo>
                  <a:pt x="3276602" y="0"/>
                </a:lnTo>
                <a:cubicBezTo>
                  <a:pt x="3332713" y="0"/>
                  <a:pt x="3378200" y="45487"/>
                  <a:pt x="3378200" y="101598"/>
                </a:cubicBezTo>
                <a:lnTo>
                  <a:pt x="3378200" y="774702"/>
                </a:lnTo>
                <a:cubicBezTo>
                  <a:pt x="3378200" y="830813"/>
                  <a:pt x="3332713" y="876300"/>
                  <a:pt x="32766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6600" y="3898900"/>
            <a:ext cx="321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90s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8350" y="43053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Segment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4350" y="5162550"/>
            <a:ext cx="15227300" cy="5448300"/>
          </a:xfrm>
          <a:custGeom>
            <a:avLst/>
            <a:gdLst/>
            <a:ahLst/>
            <a:cxnLst/>
            <a:rect l="l" t="t" r="r" b="b"/>
            <a:pathLst>
              <a:path w="15227300" h="5448300">
                <a:moveTo>
                  <a:pt x="152389" y="0"/>
                </a:moveTo>
                <a:lnTo>
                  <a:pt x="15074911" y="0"/>
                </a:lnTo>
                <a:cubicBezTo>
                  <a:pt x="15159073" y="0"/>
                  <a:pt x="15227300" y="68227"/>
                  <a:pt x="15227300" y="152389"/>
                </a:cubicBezTo>
                <a:lnTo>
                  <a:pt x="15227300" y="5295911"/>
                </a:lnTo>
                <a:cubicBezTo>
                  <a:pt x="15227300" y="5380073"/>
                  <a:pt x="15159073" y="5448300"/>
                  <a:pt x="15074911" y="5448300"/>
                </a:cubicBezTo>
                <a:lnTo>
                  <a:pt x="152389" y="5448300"/>
                </a:lnTo>
                <a:cubicBezTo>
                  <a:pt x="68227" y="5448300"/>
                  <a:pt x="0" y="5380073"/>
                  <a:pt x="0" y="52959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0D0D0D"/>
              </a:gs>
            </a:gsLst>
            <a:lin ang="2700000" scaled="1"/>
          </a:gra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2800" y="5473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85725"/>
                </a:moveTo>
                <a:cubicBezTo>
                  <a:pt x="44346" y="85725"/>
                  <a:pt x="57150" y="72921"/>
                  <a:pt x="57150" y="57150"/>
                </a:cubicBezTo>
                <a:cubicBezTo>
                  <a:pt x="57150" y="41379"/>
                  <a:pt x="44346" y="28575"/>
                  <a:pt x="28575" y="28575"/>
                </a:cubicBezTo>
                <a:cubicBezTo>
                  <a:pt x="12804" y="28575"/>
                  <a:pt x="0" y="41379"/>
                  <a:pt x="0" y="57150"/>
                </a:cubicBezTo>
                <a:cubicBezTo>
                  <a:pt x="0" y="72921"/>
                  <a:pt x="12804" y="85725"/>
                  <a:pt x="28575" y="85725"/>
                </a:cubicBez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28575" y="276225"/>
                </a:moveTo>
                <a:cubicBezTo>
                  <a:pt x="44346" y="276225"/>
                  <a:pt x="57150" y="263421"/>
                  <a:pt x="57150" y="247650"/>
                </a:cubicBezTo>
                <a:cubicBezTo>
                  <a:pt x="57150" y="231879"/>
                  <a:pt x="44346" y="219075"/>
                  <a:pt x="28575" y="219075"/>
                </a:cubicBezTo>
                <a:cubicBezTo>
                  <a:pt x="12804" y="219075"/>
                  <a:pt x="0" y="231879"/>
                  <a:pt x="0" y="247650"/>
                </a:cubicBezTo>
                <a:cubicBezTo>
                  <a:pt x="0" y="263421"/>
                  <a:pt x="12804" y="276225"/>
                  <a:pt x="28575" y="276225"/>
                </a:cubicBezTo>
                <a:close/>
                <a:moveTo>
                  <a:pt x="57150" y="152400"/>
                </a:moveTo>
                <a:cubicBezTo>
                  <a:pt x="57150" y="136629"/>
                  <a:pt x="44346" y="123825"/>
                  <a:pt x="28575" y="123825"/>
                </a:cubicBezTo>
                <a:cubicBezTo>
                  <a:pt x="12804" y="123825"/>
                  <a:pt x="0" y="136629"/>
                  <a:pt x="0" y="152400"/>
                </a:cubicBezTo>
                <a:cubicBezTo>
                  <a:pt x="0" y="168171"/>
                  <a:pt x="12804" y="180975"/>
                  <a:pt x="28575" y="180975"/>
                </a:cubicBezTo>
                <a:cubicBezTo>
                  <a:pt x="44346" y="180975"/>
                  <a:pt x="57150" y="168171"/>
                  <a:pt x="57150" y="15240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29" name="Text 27"/>
          <p:cNvSpPr/>
          <p:nvPr/>
        </p:nvSpPr>
        <p:spPr>
          <a:xfrm>
            <a:off x="1155700" y="5422900"/>
            <a:ext cx="1447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Segmentation Demo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0100" y="6032500"/>
            <a:ext cx="14681200" cy="965200"/>
          </a:xfrm>
          <a:custGeom>
            <a:avLst/>
            <a:gdLst/>
            <a:ahLst/>
            <a:cxnLst/>
            <a:rect l="l" t="t" r="r" b="b"/>
            <a:pathLst>
              <a:path w="14681200" h="965200">
                <a:moveTo>
                  <a:pt x="50800" y="0"/>
                </a:moveTo>
                <a:lnTo>
                  <a:pt x="14579603" y="0"/>
                </a:lnTo>
                <a:cubicBezTo>
                  <a:pt x="14635713" y="0"/>
                  <a:pt x="14681200" y="45487"/>
                  <a:pt x="14681200" y="101597"/>
                </a:cubicBezTo>
                <a:lnTo>
                  <a:pt x="14681200" y="863603"/>
                </a:lnTo>
                <a:cubicBezTo>
                  <a:pt x="14681200" y="919713"/>
                  <a:pt x="14635713" y="965200"/>
                  <a:pt x="14579603" y="965200"/>
                </a:cubicBezTo>
                <a:lnTo>
                  <a:pt x="50800" y="965200"/>
                </a:lnTo>
                <a:cubicBezTo>
                  <a:pt x="22744" y="965200"/>
                  <a:pt x="0" y="942456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800100" y="60325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8700" y="6210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18605" y="6337300"/>
            <a:ext cx="34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90700" y="6184900"/>
            <a:ext cx="257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Welcome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3118" y="6203950"/>
            <a:ext cx="990600" cy="317500"/>
          </a:xfrm>
          <a:custGeom>
            <a:avLst/>
            <a:gdLst/>
            <a:ahLst/>
            <a:cxnLst/>
            <a:rect l="l" t="t" r="r" b="b"/>
            <a:pathLst>
              <a:path w="990600" h="317500">
                <a:moveTo>
                  <a:pt x="50800" y="0"/>
                </a:moveTo>
                <a:lnTo>
                  <a:pt x="939800" y="0"/>
                </a:lnTo>
                <a:cubicBezTo>
                  <a:pt x="967837" y="0"/>
                  <a:pt x="990600" y="22763"/>
                  <a:pt x="990600" y="50800"/>
                </a:cubicBezTo>
                <a:lnTo>
                  <a:pt x="990600" y="266700"/>
                </a:lnTo>
                <a:cubicBezTo>
                  <a:pt x="990600" y="294737"/>
                  <a:pt x="967837" y="317500"/>
                  <a:pt x="9398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6768" y="6197600"/>
            <a:ext cx="1054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0:00 - 2:30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90700" y="6591300"/>
            <a:ext cx="1230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Opening remarks and guest introduction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166850" y="62674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325600" y="64135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36195" y="14645"/>
                </a:moveTo>
                <a:cubicBezTo>
                  <a:pt x="31274" y="11946"/>
                  <a:pt x="25321" y="12065"/>
                  <a:pt x="20479" y="14923"/>
                </a:cubicBezTo>
                <a:cubicBezTo>
                  <a:pt x="15637" y="17780"/>
                  <a:pt x="12700" y="22979"/>
                  <a:pt x="12700" y="28575"/>
                </a:cubicBezTo>
                <a:lnTo>
                  <a:pt x="12700" y="174625"/>
                </a:lnTo>
                <a:cubicBezTo>
                  <a:pt x="12700" y="180221"/>
                  <a:pt x="15677" y="185420"/>
                  <a:pt x="20479" y="188278"/>
                </a:cubicBezTo>
                <a:cubicBezTo>
                  <a:pt x="25281" y="191135"/>
                  <a:pt x="31274" y="191254"/>
                  <a:pt x="36195" y="188555"/>
                </a:cubicBezTo>
                <a:lnTo>
                  <a:pt x="169545" y="115530"/>
                </a:lnTo>
                <a:cubicBezTo>
                  <a:pt x="174625" y="112752"/>
                  <a:pt x="177800" y="107394"/>
                  <a:pt x="177800" y="101600"/>
                </a:cubicBezTo>
                <a:cubicBezTo>
                  <a:pt x="177800" y="95806"/>
                  <a:pt x="174625" y="90448"/>
                  <a:pt x="169545" y="87670"/>
                </a:cubicBezTo>
                <a:lnTo>
                  <a:pt x="36195" y="1464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4776450" y="62674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35200" y="64135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12700"/>
                </a:moveTo>
                <a:cubicBezTo>
                  <a:pt x="101600" y="5675"/>
                  <a:pt x="95925" y="0"/>
                  <a:pt x="88900" y="0"/>
                </a:cubicBezTo>
                <a:cubicBezTo>
                  <a:pt x="81875" y="0"/>
                  <a:pt x="76200" y="5675"/>
                  <a:pt x="76200" y="12700"/>
                </a:cubicBezTo>
                <a:lnTo>
                  <a:pt x="76200" y="96322"/>
                </a:lnTo>
                <a:lnTo>
                  <a:pt x="59769" y="79891"/>
                </a:lnTo>
                <a:cubicBezTo>
                  <a:pt x="54808" y="74930"/>
                  <a:pt x="46752" y="74930"/>
                  <a:pt x="41791" y="79891"/>
                </a:cubicBezTo>
                <a:cubicBezTo>
                  <a:pt x="36830" y="84852"/>
                  <a:pt x="36830" y="92908"/>
                  <a:pt x="41791" y="97869"/>
                </a:cubicBezTo>
                <a:lnTo>
                  <a:pt x="79891" y="135969"/>
                </a:lnTo>
                <a:cubicBezTo>
                  <a:pt x="84852" y="140930"/>
                  <a:pt x="92908" y="140930"/>
                  <a:pt x="97869" y="135969"/>
                </a:cubicBezTo>
                <a:lnTo>
                  <a:pt x="135969" y="97869"/>
                </a:lnTo>
                <a:cubicBezTo>
                  <a:pt x="140930" y="92908"/>
                  <a:pt x="140930" y="84852"/>
                  <a:pt x="135969" y="79891"/>
                </a:cubicBezTo>
                <a:cubicBezTo>
                  <a:pt x="131008" y="74930"/>
                  <a:pt x="122952" y="74930"/>
                  <a:pt x="117991" y="79891"/>
                </a:cubicBezTo>
                <a:lnTo>
                  <a:pt x="101600" y="96322"/>
                </a:lnTo>
                <a:lnTo>
                  <a:pt x="101600" y="12700"/>
                </a:lnTo>
                <a:close/>
                <a:moveTo>
                  <a:pt x="25400" y="127000"/>
                </a:moveTo>
                <a:cubicBezTo>
                  <a:pt x="11390" y="127000"/>
                  <a:pt x="0" y="138390"/>
                  <a:pt x="0" y="1524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52400"/>
                </a:lnTo>
                <a:cubicBezTo>
                  <a:pt x="177800" y="138390"/>
                  <a:pt x="166410" y="127000"/>
                  <a:pt x="152400" y="127000"/>
                </a:cubicBezTo>
                <a:lnTo>
                  <a:pt x="133787" y="127000"/>
                </a:lnTo>
                <a:lnTo>
                  <a:pt x="111323" y="149463"/>
                </a:lnTo>
                <a:cubicBezTo>
                  <a:pt x="98941" y="161846"/>
                  <a:pt x="78819" y="161846"/>
                  <a:pt x="66437" y="149463"/>
                </a:cubicBezTo>
                <a:lnTo>
                  <a:pt x="44013" y="127000"/>
                </a:lnTo>
                <a:lnTo>
                  <a:pt x="25400" y="127000"/>
                </a:lnTo>
                <a:close/>
                <a:moveTo>
                  <a:pt x="146050" y="149225"/>
                </a:moveTo>
                <a:cubicBezTo>
                  <a:pt x="151307" y="149225"/>
                  <a:pt x="155575" y="153493"/>
                  <a:pt x="155575" y="158750"/>
                </a:cubicBezTo>
                <a:cubicBezTo>
                  <a:pt x="155575" y="164007"/>
                  <a:pt x="151307" y="168275"/>
                  <a:pt x="146050" y="168275"/>
                </a:cubicBezTo>
                <a:cubicBezTo>
                  <a:pt x="140793" y="168275"/>
                  <a:pt x="136525" y="164007"/>
                  <a:pt x="136525" y="158750"/>
                </a:cubicBezTo>
                <a:cubicBezTo>
                  <a:pt x="136525" y="153493"/>
                  <a:pt x="140793" y="149225"/>
                  <a:pt x="146050" y="149225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42" name="Shape 40"/>
          <p:cNvSpPr/>
          <p:nvPr/>
        </p:nvSpPr>
        <p:spPr>
          <a:xfrm>
            <a:off x="800100" y="7150100"/>
            <a:ext cx="14681200" cy="965200"/>
          </a:xfrm>
          <a:custGeom>
            <a:avLst/>
            <a:gdLst/>
            <a:ahLst/>
            <a:cxnLst/>
            <a:rect l="l" t="t" r="r" b="b"/>
            <a:pathLst>
              <a:path w="14681200" h="965200">
                <a:moveTo>
                  <a:pt x="50800" y="0"/>
                </a:moveTo>
                <a:lnTo>
                  <a:pt x="14579603" y="0"/>
                </a:lnTo>
                <a:cubicBezTo>
                  <a:pt x="14635713" y="0"/>
                  <a:pt x="14681200" y="45487"/>
                  <a:pt x="14681200" y="101597"/>
                </a:cubicBezTo>
                <a:lnTo>
                  <a:pt x="14681200" y="863603"/>
                </a:lnTo>
                <a:cubicBezTo>
                  <a:pt x="14681200" y="919713"/>
                  <a:pt x="14635713" y="965200"/>
                  <a:pt x="14579603" y="965200"/>
                </a:cubicBezTo>
                <a:lnTo>
                  <a:pt x="50800" y="965200"/>
                </a:lnTo>
                <a:cubicBezTo>
                  <a:pt x="22744" y="965200"/>
                  <a:pt x="0" y="942456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800100" y="71501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8700" y="7327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02267" y="74549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790700" y="7302500"/>
            <a:ext cx="264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Technology Discussion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78007" y="7321550"/>
            <a:ext cx="990600" cy="317500"/>
          </a:xfrm>
          <a:custGeom>
            <a:avLst/>
            <a:gdLst/>
            <a:ahLst/>
            <a:cxnLst/>
            <a:rect l="l" t="t" r="r" b="b"/>
            <a:pathLst>
              <a:path w="990600" h="317500">
                <a:moveTo>
                  <a:pt x="50800" y="0"/>
                </a:moveTo>
                <a:lnTo>
                  <a:pt x="939800" y="0"/>
                </a:lnTo>
                <a:cubicBezTo>
                  <a:pt x="967837" y="0"/>
                  <a:pt x="990600" y="22763"/>
                  <a:pt x="990600" y="50800"/>
                </a:cubicBezTo>
                <a:lnTo>
                  <a:pt x="990600" y="266700"/>
                </a:lnTo>
                <a:cubicBezTo>
                  <a:pt x="990600" y="294737"/>
                  <a:pt x="967837" y="317500"/>
                  <a:pt x="9398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71657" y="7315200"/>
            <a:ext cx="1054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2:30 - 15:45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790700" y="7708900"/>
            <a:ext cx="1230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machine learning algorithms and applications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4166850" y="73850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325600" y="75311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36195" y="14645"/>
                </a:moveTo>
                <a:cubicBezTo>
                  <a:pt x="31274" y="11946"/>
                  <a:pt x="25321" y="12065"/>
                  <a:pt x="20479" y="14923"/>
                </a:cubicBezTo>
                <a:cubicBezTo>
                  <a:pt x="15637" y="17780"/>
                  <a:pt x="12700" y="22979"/>
                  <a:pt x="12700" y="28575"/>
                </a:cubicBezTo>
                <a:lnTo>
                  <a:pt x="12700" y="174625"/>
                </a:lnTo>
                <a:cubicBezTo>
                  <a:pt x="12700" y="180221"/>
                  <a:pt x="15677" y="185420"/>
                  <a:pt x="20479" y="188278"/>
                </a:cubicBezTo>
                <a:cubicBezTo>
                  <a:pt x="25281" y="191135"/>
                  <a:pt x="31274" y="191254"/>
                  <a:pt x="36195" y="188555"/>
                </a:cubicBezTo>
                <a:lnTo>
                  <a:pt x="169545" y="115530"/>
                </a:lnTo>
                <a:cubicBezTo>
                  <a:pt x="174625" y="112752"/>
                  <a:pt x="177800" y="107394"/>
                  <a:pt x="177800" y="101600"/>
                </a:cubicBezTo>
                <a:cubicBezTo>
                  <a:pt x="177800" y="95806"/>
                  <a:pt x="174625" y="90448"/>
                  <a:pt x="169545" y="87670"/>
                </a:cubicBezTo>
                <a:lnTo>
                  <a:pt x="36195" y="1464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4776450" y="73850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35200" y="75311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12700"/>
                </a:moveTo>
                <a:cubicBezTo>
                  <a:pt x="101600" y="5675"/>
                  <a:pt x="95925" y="0"/>
                  <a:pt x="88900" y="0"/>
                </a:cubicBezTo>
                <a:cubicBezTo>
                  <a:pt x="81875" y="0"/>
                  <a:pt x="76200" y="5675"/>
                  <a:pt x="76200" y="12700"/>
                </a:cubicBezTo>
                <a:lnTo>
                  <a:pt x="76200" y="96322"/>
                </a:lnTo>
                <a:lnTo>
                  <a:pt x="59769" y="79891"/>
                </a:lnTo>
                <a:cubicBezTo>
                  <a:pt x="54808" y="74930"/>
                  <a:pt x="46752" y="74930"/>
                  <a:pt x="41791" y="79891"/>
                </a:cubicBezTo>
                <a:cubicBezTo>
                  <a:pt x="36830" y="84852"/>
                  <a:pt x="36830" y="92908"/>
                  <a:pt x="41791" y="97869"/>
                </a:cubicBezTo>
                <a:lnTo>
                  <a:pt x="79891" y="135969"/>
                </a:lnTo>
                <a:cubicBezTo>
                  <a:pt x="84852" y="140930"/>
                  <a:pt x="92908" y="140930"/>
                  <a:pt x="97869" y="135969"/>
                </a:cubicBezTo>
                <a:lnTo>
                  <a:pt x="135969" y="97869"/>
                </a:lnTo>
                <a:cubicBezTo>
                  <a:pt x="140930" y="92908"/>
                  <a:pt x="140930" y="84852"/>
                  <a:pt x="135969" y="79891"/>
                </a:cubicBezTo>
                <a:cubicBezTo>
                  <a:pt x="131008" y="74930"/>
                  <a:pt x="122952" y="74930"/>
                  <a:pt x="117991" y="79891"/>
                </a:cubicBezTo>
                <a:lnTo>
                  <a:pt x="101600" y="96322"/>
                </a:lnTo>
                <a:lnTo>
                  <a:pt x="101600" y="12700"/>
                </a:lnTo>
                <a:close/>
                <a:moveTo>
                  <a:pt x="25400" y="127000"/>
                </a:moveTo>
                <a:cubicBezTo>
                  <a:pt x="11390" y="127000"/>
                  <a:pt x="0" y="138390"/>
                  <a:pt x="0" y="1524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52400"/>
                </a:lnTo>
                <a:cubicBezTo>
                  <a:pt x="177800" y="138390"/>
                  <a:pt x="166410" y="127000"/>
                  <a:pt x="152400" y="127000"/>
                </a:cubicBezTo>
                <a:lnTo>
                  <a:pt x="133787" y="127000"/>
                </a:lnTo>
                <a:lnTo>
                  <a:pt x="111323" y="149463"/>
                </a:lnTo>
                <a:cubicBezTo>
                  <a:pt x="98941" y="161846"/>
                  <a:pt x="78819" y="161846"/>
                  <a:pt x="66437" y="149463"/>
                </a:cubicBezTo>
                <a:lnTo>
                  <a:pt x="44013" y="127000"/>
                </a:lnTo>
                <a:lnTo>
                  <a:pt x="25400" y="127000"/>
                </a:lnTo>
                <a:close/>
                <a:moveTo>
                  <a:pt x="146050" y="149225"/>
                </a:moveTo>
                <a:cubicBezTo>
                  <a:pt x="151307" y="149225"/>
                  <a:pt x="155575" y="153493"/>
                  <a:pt x="155575" y="158750"/>
                </a:cubicBezTo>
                <a:cubicBezTo>
                  <a:pt x="155575" y="164007"/>
                  <a:pt x="151307" y="168275"/>
                  <a:pt x="146050" y="168275"/>
                </a:cubicBezTo>
                <a:cubicBezTo>
                  <a:pt x="140793" y="168275"/>
                  <a:pt x="136525" y="164007"/>
                  <a:pt x="136525" y="158750"/>
                </a:cubicBezTo>
                <a:cubicBezTo>
                  <a:pt x="136525" y="153493"/>
                  <a:pt x="140793" y="149225"/>
                  <a:pt x="146050" y="149225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54" name="Shape 52"/>
          <p:cNvSpPr/>
          <p:nvPr/>
        </p:nvSpPr>
        <p:spPr>
          <a:xfrm>
            <a:off x="800100" y="8267700"/>
            <a:ext cx="14681200" cy="965200"/>
          </a:xfrm>
          <a:custGeom>
            <a:avLst/>
            <a:gdLst/>
            <a:ahLst/>
            <a:cxnLst/>
            <a:rect l="l" t="t" r="r" b="b"/>
            <a:pathLst>
              <a:path w="14681200" h="965200">
                <a:moveTo>
                  <a:pt x="50800" y="0"/>
                </a:moveTo>
                <a:lnTo>
                  <a:pt x="14579603" y="0"/>
                </a:lnTo>
                <a:cubicBezTo>
                  <a:pt x="14635713" y="0"/>
                  <a:pt x="14681200" y="45487"/>
                  <a:pt x="14681200" y="101597"/>
                </a:cubicBezTo>
                <a:lnTo>
                  <a:pt x="14681200" y="863603"/>
                </a:lnTo>
                <a:cubicBezTo>
                  <a:pt x="14681200" y="919713"/>
                  <a:pt x="14635713" y="965200"/>
                  <a:pt x="14579603" y="965200"/>
                </a:cubicBezTo>
                <a:lnTo>
                  <a:pt x="50800" y="965200"/>
                </a:lnTo>
                <a:cubicBezTo>
                  <a:pt x="22744" y="965200"/>
                  <a:pt x="0" y="942456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800100" y="82677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56" name="Shape 54"/>
          <p:cNvSpPr/>
          <p:nvPr/>
        </p:nvSpPr>
        <p:spPr>
          <a:xfrm>
            <a:off x="1028700" y="844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198827" y="85725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790700" y="8420100"/>
            <a:ext cx="22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Applications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041643" y="8439150"/>
            <a:ext cx="1066800" cy="317500"/>
          </a:xfrm>
          <a:custGeom>
            <a:avLst/>
            <a:gdLst/>
            <a:ahLst/>
            <a:cxnLst/>
            <a:rect l="l" t="t" r="r" b="b"/>
            <a:pathLst>
              <a:path w="1066800" h="317500">
                <a:moveTo>
                  <a:pt x="50800" y="0"/>
                </a:moveTo>
                <a:lnTo>
                  <a:pt x="1016000" y="0"/>
                </a:lnTo>
                <a:cubicBezTo>
                  <a:pt x="1044037" y="0"/>
                  <a:pt x="1066800" y="22763"/>
                  <a:pt x="1066800" y="50800"/>
                </a:cubicBezTo>
                <a:lnTo>
                  <a:pt x="1066800" y="266700"/>
                </a:lnTo>
                <a:cubicBezTo>
                  <a:pt x="1066800" y="294737"/>
                  <a:pt x="1044037" y="317500"/>
                  <a:pt x="10160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35293" y="8432800"/>
            <a:ext cx="11303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15:45 - 28:20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790700" y="8826500"/>
            <a:ext cx="1230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use cases and implementation strategies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4166850" y="85026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325600" y="86487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36195" y="14645"/>
                </a:moveTo>
                <a:cubicBezTo>
                  <a:pt x="31274" y="11946"/>
                  <a:pt x="25321" y="12065"/>
                  <a:pt x="20479" y="14923"/>
                </a:cubicBezTo>
                <a:cubicBezTo>
                  <a:pt x="15637" y="17780"/>
                  <a:pt x="12700" y="22979"/>
                  <a:pt x="12700" y="28575"/>
                </a:cubicBezTo>
                <a:lnTo>
                  <a:pt x="12700" y="174625"/>
                </a:lnTo>
                <a:cubicBezTo>
                  <a:pt x="12700" y="180221"/>
                  <a:pt x="15677" y="185420"/>
                  <a:pt x="20479" y="188278"/>
                </a:cubicBezTo>
                <a:cubicBezTo>
                  <a:pt x="25281" y="191135"/>
                  <a:pt x="31274" y="191254"/>
                  <a:pt x="36195" y="188555"/>
                </a:cubicBezTo>
                <a:lnTo>
                  <a:pt x="169545" y="115530"/>
                </a:lnTo>
                <a:cubicBezTo>
                  <a:pt x="174625" y="112752"/>
                  <a:pt x="177800" y="107394"/>
                  <a:pt x="177800" y="101600"/>
                </a:cubicBezTo>
                <a:cubicBezTo>
                  <a:pt x="177800" y="95806"/>
                  <a:pt x="174625" y="90448"/>
                  <a:pt x="169545" y="87670"/>
                </a:cubicBezTo>
                <a:lnTo>
                  <a:pt x="36195" y="1464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4" name="Shape 62"/>
          <p:cNvSpPr/>
          <p:nvPr/>
        </p:nvSpPr>
        <p:spPr>
          <a:xfrm>
            <a:off x="14776450" y="85026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35200" y="86487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12700"/>
                </a:moveTo>
                <a:cubicBezTo>
                  <a:pt x="101600" y="5675"/>
                  <a:pt x="95925" y="0"/>
                  <a:pt x="88900" y="0"/>
                </a:cubicBezTo>
                <a:cubicBezTo>
                  <a:pt x="81875" y="0"/>
                  <a:pt x="76200" y="5675"/>
                  <a:pt x="76200" y="12700"/>
                </a:cubicBezTo>
                <a:lnTo>
                  <a:pt x="76200" y="96322"/>
                </a:lnTo>
                <a:lnTo>
                  <a:pt x="59769" y="79891"/>
                </a:lnTo>
                <a:cubicBezTo>
                  <a:pt x="54808" y="74930"/>
                  <a:pt x="46752" y="74930"/>
                  <a:pt x="41791" y="79891"/>
                </a:cubicBezTo>
                <a:cubicBezTo>
                  <a:pt x="36830" y="84852"/>
                  <a:pt x="36830" y="92908"/>
                  <a:pt x="41791" y="97869"/>
                </a:cubicBezTo>
                <a:lnTo>
                  <a:pt x="79891" y="135969"/>
                </a:lnTo>
                <a:cubicBezTo>
                  <a:pt x="84852" y="140930"/>
                  <a:pt x="92908" y="140930"/>
                  <a:pt x="97869" y="135969"/>
                </a:cubicBezTo>
                <a:lnTo>
                  <a:pt x="135969" y="97869"/>
                </a:lnTo>
                <a:cubicBezTo>
                  <a:pt x="140930" y="92908"/>
                  <a:pt x="140930" y="84852"/>
                  <a:pt x="135969" y="79891"/>
                </a:cubicBezTo>
                <a:cubicBezTo>
                  <a:pt x="131008" y="74930"/>
                  <a:pt x="122952" y="74930"/>
                  <a:pt x="117991" y="79891"/>
                </a:cubicBezTo>
                <a:lnTo>
                  <a:pt x="101600" y="96322"/>
                </a:lnTo>
                <a:lnTo>
                  <a:pt x="101600" y="12700"/>
                </a:lnTo>
                <a:close/>
                <a:moveTo>
                  <a:pt x="25400" y="127000"/>
                </a:moveTo>
                <a:cubicBezTo>
                  <a:pt x="11390" y="127000"/>
                  <a:pt x="0" y="138390"/>
                  <a:pt x="0" y="1524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52400"/>
                </a:lnTo>
                <a:cubicBezTo>
                  <a:pt x="177800" y="138390"/>
                  <a:pt x="166410" y="127000"/>
                  <a:pt x="152400" y="127000"/>
                </a:cubicBezTo>
                <a:lnTo>
                  <a:pt x="133787" y="127000"/>
                </a:lnTo>
                <a:lnTo>
                  <a:pt x="111323" y="149463"/>
                </a:lnTo>
                <a:cubicBezTo>
                  <a:pt x="98941" y="161846"/>
                  <a:pt x="78819" y="161846"/>
                  <a:pt x="66437" y="149463"/>
                </a:cubicBezTo>
                <a:lnTo>
                  <a:pt x="44013" y="127000"/>
                </a:lnTo>
                <a:lnTo>
                  <a:pt x="25400" y="127000"/>
                </a:lnTo>
                <a:close/>
                <a:moveTo>
                  <a:pt x="146050" y="149225"/>
                </a:moveTo>
                <a:cubicBezTo>
                  <a:pt x="151307" y="149225"/>
                  <a:pt x="155575" y="153493"/>
                  <a:pt x="155575" y="158750"/>
                </a:cubicBezTo>
                <a:cubicBezTo>
                  <a:pt x="155575" y="164007"/>
                  <a:pt x="151307" y="168275"/>
                  <a:pt x="146050" y="168275"/>
                </a:cubicBezTo>
                <a:cubicBezTo>
                  <a:pt x="140793" y="168275"/>
                  <a:pt x="136525" y="164007"/>
                  <a:pt x="136525" y="158750"/>
                </a:cubicBezTo>
                <a:cubicBezTo>
                  <a:pt x="136525" y="153493"/>
                  <a:pt x="140793" y="149225"/>
                  <a:pt x="146050" y="149225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66" name="Shape 64"/>
          <p:cNvSpPr/>
          <p:nvPr/>
        </p:nvSpPr>
        <p:spPr>
          <a:xfrm>
            <a:off x="800100" y="9385300"/>
            <a:ext cx="14681200" cy="965200"/>
          </a:xfrm>
          <a:custGeom>
            <a:avLst/>
            <a:gdLst/>
            <a:ahLst/>
            <a:cxnLst/>
            <a:rect l="l" t="t" r="r" b="b"/>
            <a:pathLst>
              <a:path w="14681200" h="965200">
                <a:moveTo>
                  <a:pt x="50800" y="0"/>
                </a:moveTo>
                <a:lnTo>
                  <a:pt x="14579603" y="0"/>
                </a:lnTo>
                <a:cubicBezTo>
                  <a:pt x="14635713" y="0"/>
                  <a:pt x="14681200" y="45487"/>
                  <a:pt x="14681200" y="101597"/>
                </a:cubicBezTo>
                <a:lnTo>
                  <a:pt x="14681200" y="863603"/>
                </a:lnTo>
                <a:cubicBezTo>
                  <a:pt x="14681200" y="919713"/>
                  <a:pt x="14635713" y="965200"/>
                  <a:pt x="14579603" y="965200"/>
                </a:cubicBezTo>
                <a:lnTo>
                  <a:pt x="50800" y="965200"/>
                </a:lnTo>
                <a:cubicBezTo>
                  <a:pt x="22744" y="965200"/>
                  <a:pt x="0" y="942456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800100" y="93853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68" name="Shape 66"/>
          <p:cNvSpPr/>
          <p:nvPr/>
        </p:nvSpPr>
        <p:spPr>
          <a:xfrm>
            <a:off x="1028700" y="956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6B6B">
              <a:alpha val="3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195718" y="9690100"/>
            <a:ext cx="39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790700" y="95377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Q&amp;A and Conclusion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009827" y="9556750"/>
            <a:ext cx="1143000" cy="317500"/>
          </a:xfrm>
          <a:custGeom>
            <a:avLst/>
            <a:gdLst/>
            <a:ahLst/>
            <a:cxnLst/>
            <a:rect l="l" t="t" r="r" b="b"/>
            <a:pathLst>
              <a:path w="1143000" h="317500">
                <a:moveTo>
                  <a:pt x="50800" y="0"/>
                </a:moveTo>
                <a:lnTo>
                  <a:pt x="1092200" y="0"/>
                </a:lnTo>
                <a:cubicBezTo>
                  <a:pt x="1120237" y="0"/>
                  <a:pt x="1143000" y="22763"/>
                  <a:pt x="1143000" y="50800"/>
                </a:cubicBezTo>
                <a:lnTo>
                  <a:pt x="1143000" y="266700"/>
                </a:lnTo>
                <a:cubicBezTo>
                  <a:pt x="1143000" y="294737"/>
                  <a:pt x="1120237" y="317500"/>
                  <a:pt x="1092200" y="317500"/>
                </a:cubicBezTo>
                <a:lnTo>
                  <a:pt x="50800" y="317500"/>
                </a:lnTo>
                <a:cubicBezTo>
                  <a:pt x="22763" y="317500"/>
                  <a:pt x="0" y="294737"/>
                  <a:pt x="0" y="26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03477" y="9550400"/>
            <a:ext cx="12065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28:20 - 35:00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790700" y="9944100"/>
            <a:ext cx="1230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Audience questions and final thoughts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4166850" y="96202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4325600" y="97663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36195" y="14645"/>
                </a:moveTo>
                <a:cubicBezTo>
                  <a:pt x="31274" y="11946"/>
                  <a:pt x="25321" y="12065"/>
                  <a:pt x="20479" y="14923"/>
                </a:cubicBezTo>
                <a:cubicBezTo>
                  <a:pt x="15637" y="17780"/>
                  <a:pt x="12700" y="22979"/>
                  <a:pt x="12700" y="28575"/>
                </a:cubicBezTo>
                <a:lnTo>
                  <a:pt x="12700" y="174625"/>
                </a:lnTo>
                <a:cubicBezTo>
                  <a:pt x="12700" y="180221"/>
                  <a:pt x="15677" y="185420"/>
                  <a:pt x="20479" y="188278"/>
                </a:cubicBezTo>
                <a:cubicBezTo>
                  <a:pt x="25281" y="191135"/>
                  <a:pt x="31274" y="191254"/>
                  <a:pt x="36195" y="188555"/>
                </a:cubicBezTo>
                <a:lnTo>
                  <a:pt x="169545" y="115530"/>
                </a:lnTo>
                <a:cubicBezTo>
                  <a:pt x="174625" y="112752"/>
                  <a:pt x="177800" y="107394"/>
                  <a:pt x="177800" y="101600"/>
                </a:cubicBezTo>
                <a:cubicBezTo>
                  <a:pt x="177800" y="95806"/>
                  <a:pt x="174625" y="90448"/>
                  <a:pt x="169545" y="87670"/>
                </a:cubicBezTo>
                <a:lnTo>
                  <a:pt x="36195" y="1464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6" name="Shape 74"/>
          <p:cNvSpPr/>
          <p:nvPr/>
        </p:nvSpPr>
        <p:spPr>
          <a:xfrm>
            <a:off x="14776450" y="96202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01601" y="0"/>
                </a:moveTo>
                <a:lnTo>
                  <a:pt x="393699" y="0"/>
                </a:lnTo>
                <a:cubicBezTo>
                  <a:pt x="449812" y="0"/>
                  <a:pt x="495300" y="45488"/>
                  <a:pt x="495300" y="101601"/>
                </a:cubicBezTo>
                <a:lnTo>
                  <a:pt x="495300" y="393699"/>
                </a:lnTo>
                <a:cubicBezTo>
                  <a:pt x="495300" y="449812"/>
                  <a:pt x="449812" y="495300"/>
                  <a:pt x="393699" y="495300"/>
                </a:cubicBezTo>
                <a:lnTo>
                  <a:pt x="101601" y="495300"/>
                </a:lnTo>
                <a:cubicBezTo>
                  <a:pt x="45488" y="495300"/>
                  <a:pt x="0" y="449812"/>
                  <a:pt x="0" y="393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935200" y="97663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12700"/>
                </a:moveTo>
                <a:cubicBezTo>
                  <a:pt x="101600" y="5675"/>
                  <a:pt x="95925" y="0"/>
                  <a:pt x="88900" y="0"/>
                </a:cubicBezTo>
                <a:cubicBezTo>
                  <a:pt x="81875" y="0"/>
                  <a:pt x="76200" y="5675"/>
                  <a:pt x="76200" y="12700"/>
                </a:cubicBezTo>
                <a:lnTo>
                  <a:pt x="76200" y="96322"/>
                </a:lnTo>
                <a:lnTo>
                  <a:pt x="59769" y="79891"/>
                </a:lnTo>
                <a:cubicBezTo>
                  <a:pt x="54808" y="74930"/>
                  <a:pt x="46752" y="74930"/>
                  <a:pt x="41791" y="79891"/>
                </a:cubicBezTo>
                <a:cubicBezTo>
                  <a:pt x="36830" y="84852"/>
                  <a:pt x="36830" y="92908"/>
                  <a:pt x="41791" y="97869"/>
                </a:cubicBezTo>
                <a:lnTo>
                  <a:pt x="79891" y="135969"/>
                </a:lnTo>
                <a:cubicBezTo>
                  <a:pt x="84852" y="140930"/>
                  <a:pt x="92908" y="140930"/>
                  <a:pt x="97869" y="135969"/>
                </a:cubicBezTo>
                <a:lnTo>
                  <a:pt x="135969" y="97869"/>
                </a:lnTo>
                <a:cubicBezTo>
                  <a:pt x="140930" y="92908"/>
                  <a:pt x="140930" y="84852"/>
                  <a:pt x="135969" y="79891"/>
                </a:cubicBezTo>
                <a:cubicBezTo>
                  <a:pt x="131008" y="74930"/>
                  <a:pt x="122952" y="74930"/>
                  <a:pt x="117991" y="79891"/>
                </a:cubicBezTo>
                <a:lnTo>
                  <a:pt x="101600" y="96322"/>
                </a:lnTo>
                <a:lnTo>
                  <a:pt x="101600" y="12700"/>
                </a:lnTo>
                <a:close/>
                <a:moveTo>
                  <a:pt x="25400" y="127000"/>
                </a:moveTo>
                <a:cubicBezTo>
                  <a:pt x="11390" y="127000"/>
                  <a:pt x="0" y="138390"/>
                  <a:pt x="0" y="1524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52400"/>
                </a:lnTo>
                <a:cubicBezTo>
                  <a:pt x="177800" y="138390"/>
                  <a:pt x="166410" y="127000"/>
                  <a:pt x="152400" y="127000"/>
                </a:cubicBezTo>
                <a:lnTo>
                  <a:pt x="133787" y="127000"/>
                </a:lnTo>
                <a:lnTo>
                  <a:pt x="111323" y="149463"/>
                </a:lnTo>
                <a:cubicBezTo>
                  <a:pt x="98941" y="161846"/>
                  <a:pt x="78819" y="161846"/>
                  <a:pt x="66437" y="149463"/>
                </a:cubicBezTo>
                <a:lnTo>
                  <a:pt x="44013" y="127000"/>
                </a:lnTo>
                <a:lnTo>
                  <a:pt x="25400" y="127000"/>
                </a:lnTo>
                <a:close/>
                <a:moveTo>
                  <a:pt x="146050" y="149225"/>
                </a:moveTo>
                <a:cubicBezTo>
                  <a:pt x="151307" y="149225"/>
                  <a:pt x="155575" y="153493"/>
                  <a:pt x="155575" y="158750"/>
                </a:cubicBezTo>
                <a:cubicBezTo>
                  <a:pt x="155575" y="164007"/>
                  <a:pt x="151307" y="168275"/>
                  <a:pt x="146050" y="168275"/>
                </a:cubicBezTo>
                <a:cubicBezTo>
                  <a:pt x="140793" y="168275"/>
                  <a:pt x="136525" y="164007"/>
                  <a:pt x="136525" y="158750"/>
                </a:cubicBezTo>
                <a:cubicBezTo>
                  <a:pt x="136525" y="153493"/>
                  <a:pt x="140793" y="149225"/>
                  <a:pt x="146050" y="149225"/>
                </a:cubicBezTo>
                <a:close/>
              </a:path>
            </a:pathLst>
          </a:custGeom>
          <a:solidFill>
            <a:srgbClr val="9D4E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8128000" cy="9144000"/>
          </a:xfrm>
          <a:custGeom>
            <a:avLst/>
            <a:gdLst/>
            <a:ahLst/>
            <a:cxnLst/>
            <a:rect l="l" t="t" r="r" b="b"/>
            <a:pathLst>
              <a:path w="8128000" h="9144000">
                <a:moveTo>
                  <a:pt x="0" y="0"/>
                </a:moveTo>
                <a:lnTo>
                  <a:pt x="8128000" y="0"/>
                </a:lnTo>
                <a:lnTo>
                  <a:pt x="812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508000"/>
            <a:ext cx="1087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 3: Emotional Journey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2400" y="1320800"/>
            <a:ext cx="1069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Visualizing the "Vibe" of the Episode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2FF7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20700" y="2146300"/>
            <a:ext cx="4889500" cy="2971800"/>
          </a:xfrm>
          <a:custGeom>
            <a:avLst/>
            <a:gdLst/>
            <a:ahLst/>
            <a:cxnLst/>
            <a:rect l="l" t="t" r="r" b="b"/>
            <a:pathLst>
              <a:path w="4889500" h="2971800">
                <a:moveTo>
                  <a:pt x="152394" y="0"/>
                </a:moveTo>
                <a:lnTo>
                  <a:pt x="4737106" y="0"/>
                </a:lnTo>
                <a:cubicBezTo>
                  <a:pt x="4821271" y="0"/>
                  <a:pt x="4889500" y="68229"/>
                  <a:pt x="4889500" y="152394"/>
                </a:cubicBezTo>
                <a:lnTo>
                  <a:pt x="4889500" y="2819406"/>
                </a:lnTo>
                <a:cubicBezTo>
                  <a:pt x="4889500" y="2903571"/>
                  <a:pt x="4821271" y="2971800"/>
                  <a:pt x="47371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32FF7D">
                  <a:alpha val="5000"/>
                </a:srgbClr>
              </a:gs>
            </a:gsLst>
            <a:lin ang="2700000" scaled="1"/>
          </a:gradFill>
          <a:ln w="254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6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9800" y="256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2362200"/>
            <a:ext cx="369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Trend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2870200"/>
            <a:ext cx="3644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average mood tracking across the entire episode with smooth trend visualization.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2950" y="4019550"/>
            <a:ext cx="2133600" cy="876300"/>
          </a:xfrm>
          <a:custGeom>
            <a:avLst/>
            <a:gdLst/>
            <a:ahLst/>
            <a:cxnLst/>
            <a:rect l="l" t="t" r="r" b="b"/>
            <a:pathLst>
              <a:path w="2133600" h="876300">
                <a:moveTo>
                  <a:pt x="101598" y="0"/>
                </a:moveTo>
                <a:lnTo>
                  <a:pt x="2032002" y="0"/>
                </a:lnTo>
                <a:cubicBezTo>
                  <a:pt x="2088113" y="0"/>
                  <a:pt x="2133600" y="45487"/>
                  <a:pt x="2133600" y="101598"/>
                </a:cubicBezTo>
                <a:lnTo>
                  <a:pt x="2133600" y="774702"/>
                </a:lnTo>
                <a:cubicBezTo>
                  <a:pt x="2133600" y="830813"/>
                  <a:pt x="2088113" y="876300"/>
                  <a:pt x="20320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2FF7D">
              <a:alpha val="10196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500" y="4127500"/>
            <a:ext cx="196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±0.05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" y="4533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45883" y="4019550"/>
            <a:ext cx="2133600" cy="876300"/>
          </a:xfrm>
          <a:custGeom>
            <a:avLst/>
            <a:gdLst/>
            <a:ahLst/>
            <a:cxnLst/>
            <a:rect l="l" t="t" r="r" b="b"/>
            <a:pathLst>
              <a:path w="2133600" h="876300">
                <a:moveTo>
                  <a:pt x="101598" y="0"/>
                </a:moveTo>
                <a:lnTo>
                  <a:pt x="2032002" y="0"/>
                </a:lnTo>
                <a:cubicBezTo>
                  <a:pt x="2088113" y="0"/>
                  <a:pt x="2133600" y="45487"/>
                  <a:pt x="2133600" y="101598"/>
                </a:cubicBezTo>
                <a:lnTo>
                  <a:pt x="2133600" y="774702"/>
                </a:lnTo>
                <a:cubicBezTo>
                  <a:pt x="2133600" y="830813"/>
                  <a:pt x="2088113" y="876300"/>
                  <a:pt x="20320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2FF7D">
              <a:alpha val="10196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8433" y="4127500"/>
            <a:ext cx="196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30s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60183" y="4533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Size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0700" y="5346700"/>
            <a:ext cx="4889500" cy="2514600"/>
          </a:xfrm>
          <a:custGeom>
            <a:avLst/>
            <a:gdLst/>
            <a:ahLst/>
            <a:cxnLst/>
            <a:rect l="l" t="t" r="r" b="b"/>
            <a:pathLst>
              <a:path w="4889500" h="2514600">
                <a:moveTo>
                  <a:pt x="152410" y="0"/>
                </a:moveTo>
                <a:lnTo>
                  <a:pt x="4737090" y="0"/>
                </a:lnTo>
                <a:cubicBezTo>
                  <a:pt x="4821264" y="0"/>
                  <a:pt x="4889500" y="68236"/>
                  <a:pt x="4889500" y="152410"/>
                </a:cubicBezTo>
                <a:lnTo>
                  <a:pt x="4889500" y="2362190"/>
                </a:lnTo>
                <a:cubicBezTo>
                  <a:pt x="4889500" y="2446364"/>
                  <a:pt x="4821264" y="2514600"/>
                  <a:pt x="4737090" y="2514600"/>
                </a:cubicBezTo>
                <a:lnTo>
                  <a:pt x="152410" y="2514600"/>
                </a:lnTo>
                <a:cubicBezTo>
                  <a:pt x="68236" y="2514600"/>
                  <a:pt x="0" y="2446364"/>
                  <a:pt x="0" y="23621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600" y="5562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20750" y="5765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38839" y="23277"/>
                </a:moveTo>
                <a:lnTo>
                  <a:pt x="327065" y="112752"/>
                </a:lnTo>
                <a:cubicBezTo>
                  <a:pt x="343555" y="129480"/>
                  <a:pt x="343555" y="156270"/>
                  <a:pt x="327065" y="172998"/>
                </a:cubicBezTo>
                <a:lnTo>
                  <a:pt x="233958" y="267236"/>
                </a:lnTo>
                <a:cubicBezTo>
                  <a:pt x="228421" y="272832"/>
                  <a:pt x="219373" y="272891"/>
                  <a:pt x="213777" y="267355"/>
                </a:cubicBezTo>
                <a:cubicBezTo>
                  <a:pt x="208181" y="261818"/>
                  <a:pt x="208121" y="252770"/>
                  <a:pt x="213658" y="247174"/>
                </a:cubicBezTo>
                <a:lnTo>
                  <a:pt x="306765" y="152876"/>
                </a:lnTo>
                <a:cubicBezTo>
                  <a:pt x="312241" y="147340"/>
                  <a:pt x="312241" y="138351"/>
                  <a:pt x="306765" y="132814"/>
                </a:cubicBezTo>
                <a:lnTo>
                  <a:pt x="218480" y="43398"/>
                </a:lnTo>
                <a:cubicBezTo>
                  <a:pt x="212943" y="37802"/>
                  <a:pt x="213003" y="28754"/>
                  <a:pt x="218599" y="23217"/>
                </a:cubicBezTo>
                <a:cubicBezTo>
                  <a:pt x="224195" y="17681"/>
                  <a:pt x="233243" y="17740"/>
                  <a:pt x="238780" y="23336"/>
                </a:cubicBezTo>
                <a:close/>
                <a:moveTo>
                  <a:pt x="19110" y="136624"/>
                </a:moveTo>
                <a:lnTo>
                  <a:pt x="19110" y="57150"/>
                </a:lnTo>
                <a:cubicBezTo>
                  <a:pt x="19110" y="36135"/>
                  <a:pt x="36195" y="19050"/>
                  <a:pt x="57210" y="19050"/>
                </a:cubicBezTo>
                <a:lnTo>
                  <a:pt x="136684" y="19050"/>
                </a:lnTo>
                <a:cubicBezTo>
                  <a:pt x="146804" y="19050"/>
                  <a:pt x="156508" y="23039"/>
                  <a:pt x="163651" y="30182"/>
                </a:cubicBezTo>
                <a:lnTo>
                  <a:pt x="249376" y="115907"/>
                </a:lnTo>
                <a:cubicBezTo>
                  <a:pt x="264259" y="130790"/>
                  <a:pt x="264259" y="154900"/>
                  <a:pt x="249376" y="169783"/>
                </a:cubicBezTo>
                <a:lnTo>
                  <a:pt x="169902" y="249257"/>
                </a:lnTo>
                <a:cubicBezTo>
                  <a:pt x="155019" y="264140"/>
                  <a:pt x="130909" y="264140"/>
                  <a:pt x="116026" y="249257"/>
                </a:cubicBezTo>
                <a:lnTo>
                  <a:pt x="30301" y="163532"/>
                </a:lnTo>
                <a:cubicBezTo>
                  <a:pt x="23158" y="156389"/>
                  <a:pt x="19169" y="146685"/>
                  <a:pt x="19169" y="136565"/>
                </a:cubicBezTo>
                <a:close/>
                <a:moveTo>
                  <a:pt x="104835" y="85725"/>
                </a:moveTo>
                <a:cubicBezTo>
                  <a:pt x="104835" y="75211"/>
                  <a:pt x="96299" y="66675"/>
                  <a:pt x="85785" y="66675"/>
                </a:cubicBezTo>
                <a:cubicBezTo>
                  <a:pt x="75271" y="66675"/>
                  <a:pt x="66735" y="75211"/>
                  <a:pt x="66735" y="85725"/>
                </a:cubicBezTo>
                <a:cubicBezTo>
                  <a:pt x="66735" y="96239"/>
                  <a:pt x="75271" y="104775"/>
                  <a:pt x="85785" y="104775"/>
                </a:cubicBezTo>
                <a:cubicBezTo>
                  <a:pt x="96299" y="104775"/>
                  <a:pt x="104835" y="96239"/>
                  <a:pt x="104835" y="8572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1651000" y="5562600"/>
            <a:ext cx="369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Topic-Level Sentiment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51000" y="6070600"/>
            <a:ext cx="3644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 sentiment analysis for each detected topic segment with color-coded visualization.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2950" y="7219950"/>
            <a:ext cx="1295400" cy="419100"/>
          </a:xfrm>
          <a:custGeom>
            <a:avLst/>
            <a:gdLst/>
            <a:ahLst/>
            <a:cxnLst/>
            <a:rect l="l" t="t" r="r" b="b"/>
            <a:pathLst>
              <a:path w="1295400" h="419100">
                <a:moveTo>
                  <a:pt x="101598" y="0"/>
                </a:moveTo>
                <a:lnTo>
                  <a:pt x="1193802" y="0"/>
                </a:lnTo>
                <a:cubicBezTo>
                  <a:pt x="1249913" y="0"/>
                  <a:pt x="1295400" y="45487"/>
                  <a:pt x="1295400" y="101598"/>
                </a:cubicBezTo>
                <a:lnTo>
                  <a:pt x="1295400" y="317502"/>
                </a:lnTo>
                <a:cubicBezTo>
                  <a:pt x="1295400" y="373613"/>
                  <a:pt x="1249913" y="419100"/>
                  <a:pt x="11938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 w="12700">
            <a:solidFill>
              <a:srgbClr val="32FF7D">
                <a:alpha val="5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600" y="7213600"/>
            <a:ext cx="1384300" cy="4064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🟢 Positive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55031" y="7219950"/>
            <a:ext cx="1397000" cy="419100"/>
          </a:xfrm>
          <a:custGeom>
            <a:avLst/>
            <a:gdLst/>
            <a:ahLst/>
            <a:cxnLst/>
            <a:rect l="l" t="t" r="r" b="b"/>
            <a:pathLst>
              <a:path w="1397000" h="419100">
                <a:moveTo>
                  <a:pt x="101598" y="0"/>
                </a:moveTo>
                <a:lnTo>
                  <a:pt x="1295402" y="0"/>
                </a:lnTo>
                <a:cubicBezTo>
                  <a:pt x="1351513" y="0"/>
                  <a:pt x="1397000" y="45487"/>
                  <a:pt x="1397000" y="101598"/>
                </a:cubicBezTo>
                <a:lnTo>
                  <a:pt x="1397000" y="317502"/>
                </a:lnTo>
                <a:cubicBezTo>
                  <a:pt x="1397000" y="373613"/>
                  <a:pt x="1351513" y="419100"/>
                  <a:pt x="12954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4444">
              <a:alpha val="30196"/>
            </a:srgbClr>
          </a:solidFill>
          <a:ln w="12700">
            <a:solidFill>
              <a:srgbClr val="FF4444">
                <a:alpha val="5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681" y="7213600"/>
            <a:ext cx="1485900" cy="4064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🔴 Negative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62627" y="7219950"/>
            <a:ext cx="1270000" cy="419100"/>
          </a:xfrm>
          <a:custGeom>
            <a:avLst/>
            <a:gdLst/>
            <a:ahLst/>
            <a:cxnLst/>
            <a:rect l="l" t="t" r="r" b="b"/>
            <a:pathLst>
              <a:path w="1270000" h="419100">
                <a:moveTo>
                  <a:pt x="101598" y="0"/>
                </a:moveTo>
                <a:lnTo>
                  <a:pt x="1168402" y="0"/>
                </a:lnTo>
                <a:cubicBezTo>
                  <a:pt x="1224513" y="0"/>
                  <a:pt x="1270000" y="45487"/>
                  <a:pt x="1270000" y="101598"/>
                </a:cubicBezTo>
                <a:lnTo>
                  <a:pt x="1270000" y="317502"/>
                </a:lnTo>
                <a:cubicBezTo>
                  <a:pt x="1270000" y="373613"/>
                  <a:pt x="1224513" y="419100"/>
                  <a:pt x="11684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888888">
              <a:alpha val="30196"/>
            </a:srgbClr>
          </a:solidFill>
          <a:ln w="12700">
            <a:solidFill>
              <a:srgbClr val="888888">
                <a:alpha val="5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6277" y="7213600"/>
            <a:ext cx="1358900" cy="4064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⚪ Neutral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0700" y="8089900"/>
            <a:ext cx="4889500" cy="1930400"/>
          </a:xfrm>
          <a:custGeom>
            <a:avLst/>
            <a:gdLst/>
            <a:ahLst/>
            <a:cxnLst/>
            <a:rect l="l" t="t" r="r" b="b"/>
            <a:pathLst>
              <a:path w="4889500" h="1930400">
                <a:moveTo>
                  <a:pt x="152405" y="0"/>
                </a:moveTo>
                <a:lnTo>
                  <a:pt x="4737095" y="0"/>
                </a:lnTo>
                <a:cubicBezTo>
                  <a:pt x="4821266" y="0"/>
                  <a:pt x="4889500" y="68234"/>
                  <a:pt x="4889500" y="152405"/>
                </a:cubicBezTo>
                <a:lnTo>
                  <a:pt x="4889500" y="1777995"/>
                </a:lnTo>
                <a:cubicBezTo>
                  <a:pt x="4889500" y="1862166"/>
                  <a:pt x="4821266" y="1930400"/>
                  <a:pt x="4737095" y="1930400"/>
                </a:cubicBezTo>
                <a:lnTo>
                  <a:pt x="152405" y="1930400"/>
                </a:lnTo>
                <a:cubicBezTo>
                  <a:pt x="68234" y="1930400"/>
                  <a:pt x="0" y="1862166"/>
                  <a:pt x="0" y="17779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2700000" scaled="1"/>
          </a:gradFill>
          <a:ln w="254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600" y="8305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77900" y="8509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33" name="Text 31"/>
          <p:cNvSpPr/>
          <p:nvPr/>
        </p:nvSpPr>
        <p:spPr>
          <a:xfrm>
            <a:off x="1651000" y="8305800"/>
            <a:ext cx="369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Insights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51000" y="8813800"/>
            <a:ext cx="3644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mood shift detection with sentiment tags and intuitive color coding for quick pattern recognition.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79017" y="2139950"/>
            <a:ext cx="10058400" cy="7886700"/>
          </a:xfrm>
          <a:custGeom>
            <a:avLst/>
            <a:gdLst/>
            <a:ahLst/>
            <a:cxnLst/>
            <a:rect l="l" t="t" r="r" b="b"/>
            <a:pathLst>
              <a:path w="10058400" h="7886700">
                <a:moveTo>
                  <a:pt x="152371" y="0"/>
                </a:moveTo>
                <a:lnTo>
                  <a:pt x="9906029" y="0"/>
                </a:lnTo>
                <a:cubicBezTo>
                  <a:pt x="9990181" y="0"/>
                  <a:pt x="10058400" y="68219"/>
                  <a:pt x="10058400" y="152371"/>
                </a:cubicBezTo>
                <a:lnTo>
                  <a:pt x="10058400" y="7734329"/>
                </a:lnTo>
                <a:cubicBezTo>
                  <a:pt x="10058400" y="7818481"/>
                  <a:pt x="9990181" y="7886700"/>
                  <a:pt x="9906029" y="7886700"/>
                </a:cubicBezTo>
                <a:lnTo>
                  <a:pt x="152371" y="7886700"/>
                </a:lnTo>
                <a:cubicBezTo>
                  <a:pt x="68219" y="7886700"/>
                  <a:pt x="0" y="7818481"/>
                  <a:pt x="0" y="7734329"/>
                </a:cubicBezTo>
                <a:lnTo>
                  <a:pt x="0" y="152371"/>
                </a:lnTo>
                <a:cubicBezTo>
                  <a:pt x="0" y="68275"/>
                  <a:pt x="68275" y="0"/>
                  <a:pt x="152371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0D0D0D"/>
              </a:gs>
            </a:gsLst>
            <a:lin ang="2700000" scaled="1"/>
          </a:gra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7467" y="245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142875" y="57150"/>
                </a:moveTo>
                <a:cubicBezTo>
                  <a:pt x="146864" y="57150"/>
                  <a:pt x="150674" y="58817"/>
                  <a:pt x="153412" y="61793"/>
                </a:cubicBezTo>
                <a:lnTo>
                  <a:pt x="195739" y="107930"/>
                </a:lnTo>
                <a:lnTo>
                  <a:pt x="223242" y="80367"/>
                </a:lnTo>
                <a:cubicBezTo>
                  <a:pt x="228838" y="74771"/>
                  <a:pt x="237887" y="74771"/>
                  <a:pt x="243423" y="80367"/>
                </a:cubicBezTo>
                <a:lnTo>
                  <a:pt x="281523" y="118467"/>
                </a:lnTo>
                <a:cubicBezTo>
                  <a:pt x="284202" y="121146"/>
                  <a:pt x="285690" y="124777"/>
                  <a:pt x="285690" y="128588"/>
                </a:cubicBezTo>
                <a:lnTo>
                  <a:pt x="285690" y="195263"/>
                </a:lnTo>
                <a:cubicBezTo>
                  <a:pt x="285690" y="203180"/>
                  <a:pt x="279321" y="209550"/>
                  <a:pt x="271403" y="209550"/>
                </a:cubicBezTo>
                <a:lnTo>
                  <a:pt x="90428" y="209550"/>
                </a:lnTo>
                <a:cubicBezTo>
                  <a:pt x="82510" y="209550"/>
                  <a:pt x="76140" y="203180"/>
                  <a:pt x="76140" y="195263"/>
                </a:cubicBezTo>
                <a:lnTo>
                  <a:pt x="76140" y="128588"/>
                </a:lnTo>
                <a:cubicBezTo>
                  <a:pt x="76140" y="125016"/>
                  <a:pt x="77510" y="121563"/>
                  <a:pt x="79891" y="118943"/>
                </a:cubicBezTo>
                <a:lnTo>
                  <a:pt x="132278" y="61793"/>
                </a:lnTo>
                <a:cubicBezTo>
                  <a:pt x="134957" y="58817"/>
                  <a:pt x="138827" y="57150"/>
                  <a:pt x="142815" y="5715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7" name="Text 35"/>
          <p:cNvSpPr/>
          <p:nvPr/>
        </p:nvSpPr>
        <p:spPr>
          <a:xfrm>
            <a:off x="6320367" y="2400300"/>
            <a:ext cx="9309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Analysis Visualization</a:t>
            </a:r>
            <a:endParaRPr lang="en-US" sz="1600" dirty="0"/>
          </a:p>
        </p:txBody>
      </p:sp>
      <p:pic>
        <p:nvPicPr>
          <p:cNvPr id="38" name="Image 0" descr="https://kimi-img.moonshot.cn/pub/slides/26-01-21-18:54:11-d5ob0krfoslr86cpp6f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39367" y="2959100"/>
            <a:ext cx="9537700" cy="4826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custGeom>
            <a:avLst/>
            <a:gdLst/>
            <a:ahLst/>
            <a:cxnLst/>
            <a:rect l="l" t="t" r="r" b="b"/>
            <a:pathLst>
              <a:path w="8128000" h="9144000">
                <a:moveTo>
                  <a:pt x="0" y="0"/>
                </a:moveTo>
                <a:lnTo>
                  <a:pt x="8128000" y="0"/>
                </a:lnTo>
                <a:lnTo>
                  <a:pt x="812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5080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Technical Challenges Solved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2400" y="1320800"/>
            <a:ext cx="807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Engineering Hurdles We Overcame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20700" y="2146300"/>
            <a:ext cx="4889500" cy="5575300"/>
          </a:xfrm>
          <a:custGeom>
            <a:avLst/>
            <a:gdLst/>
            <a:ahLst/>
            <a:cxnLst/>
            <a:rect l="l" t="t" r="r" b="b"/>
            <a:pathLst>
              <a:path w="4889500" h="5575300">
                <a:moveTo>
                  <a:pt x="152406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5422894"/>
                </a:lnTo>
                <a:cubicBezTo>
                  <a:pt x="4889500" y="5507009"/>
                  <a:pt x="4821209" y="5575300"/>
                  <a:pt x="4737094" y="5575300"/>
                </a:cubicBezTo>
                <a:lnTo>
                  <a:pt x="152406" y="5575300"/>
                </a:lnTo>
                <a:cubicBezTo>
                  <a:pt x="68291" y="5575300"/>
                  <a:pt x="0" y="5507009"/>
                  <a:pt x="0" y="54228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254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5333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6B6B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52196" y="2730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42875" y="71438"/>
                </a:moveTo>
                <a:cubicBezTo>
                  <a:pt x="142875" y="31998"/>
                  <a:pt x="174873" y="0"/>
                  <a:pt x="214313" y="0"/>
                </a:cubicBezTo>
                <a:cubicBezTo>
                  <a:pt x="253752" y="0"/>
                  <a:pt x="285750" y="31998"/>
                  <a:pt x="285750" y="71438"/>
                </a:cubicBezTo>
                <a:lnTo>
                  <a:pt x="285750" y="74116"/>
                </a:lnTo>
                <a:cubicBezTo>
                  <a:pt x="285750" y="85799"/>
                  <a:pt x="276299" y="95250"/>
                  <a:pt x="264616" y="95250"/>
                </a:cubicBezTo>
                <a:lnTo>
                  <a:pt x="164083" y="95250"/>
                </a:lnTo>
                <a:cubicBezTo>
                  <a:pt x="152400" y="95250"/>
                  <a:pt x="142949" y="85799"/>
                  <a:pt x="142949" y="74116"/>
                </a:cubicBezTo>
                <a:lnTo>
                  <a:pt x="142949" y="71438"/>
                </a:lnTo>
                <a:close/>
                <a:moveTo>
                  <a:pt x="400050" y="80962"/>
                </a:moveTo>
                <a:cubicBezTo>
                  <a:pt x="407938" y="91455"/>
                  <a:pt x="405780" y="106412"/>
                  <a:pt x="395288" y="114300"/>
                </a:cubicBezTo>
                <a:lnTo>
                  <a:pt x="322511" y="168846"/>
                </a:lnTo>
                <a:cubicBezTo>
                  <a:pt x="326454" y="175468"/>
                  <a:pt x="329431" y="182761"/>
                  <a:pt x="331291" y="190500"/>
                </a:cubicBezTo>
                <a:lnTo>
                  <a:pt x="404813" y="190500"/>
                </a:lnTo>
                <a:cubicBezTo>
                  <a:pt x="417984" y="190500"/>
                  <a:pt x="428625" y="201141"/>
                  <a:pt x="428625" y="214313"/>
                </a:cubicBezTo>
                <a:cubicBezTo>
                  <a:pt x="428625" y="227484"/>
                  <a:pt x="417984" y="238125"/>
                  <a:pt x="404813" y="238125"/>
                </a:cubicBezTo>
                <a:lnTo>
                  <a:pt x="333375" y="238125"/>
                </a:lnTo>
                <a:lnTo>
                  <a:pt x="333375" y="261938"/>
                </a:lnTo>
                <a:cubicBezTo>
                  <a:pt x="333375" y="263872"/>
                  <a:pt x="333301" y="265881"/>
                  <a:pt x="333226" y="267816"/>
                </a:cubicBezTo>
                <a:lnTo>
                  <a:pt x="395288" y="314325"/>
                </a:lnTo>
                <a:cubicBezTo>
                  <a:pt x="405780" y="322213"/>
                  <a:pt x="407938" y="337170"/>
                  <a:pt x="400050" y="347663"/>
                </a:cubicBezTo>
                <a:cubicBezTo>
                  <a:pt x="392162" y="358155"/>
                  <a:pt x="377205" y="360313"/>
                  <a:pt x="366713" y="352425"/>
                </a:cubicBezTo>
                <a:lnTo>
                  <a:pt x="319757" y="317227"/>
                </a:lnTo>
                <a:cubicBezTo>
                  <a:pt x="302493" y="350118"/>
                  <a:pt x="270272" y="373931"/>
                  <a:pt x="232172" y="379661"/>
                </a:cubicBezTo>
                <a:lnTo>
                  <a:pt x="232172" y="208359"/>
                </a:lnTo>
                <a:cubicBezTo>
                  <a:pt x="232172" y="198462"/>
                  <a:pt x="224210" y="190500"/>
                  <a:pt x="214313" y="190500"/>
                </a:cubicBezTo>
                <a:cubicBezTo>
                  <a:pt x="204415" y="190500"/>
                  <a:pt x="196453" y="198462"/>
                  <a:pt x="196453" y="208359"/>
                </a:cubicBezTo>
                <a:lnTo>
                  <a:pt x="196453" y="379661"/>
                </a:lnTo>
                <a:cubicBezTo>
                  <a:pt x="158353" y="373931"/>
                  <a:pt x="126132" y="350118"/>
                  <a:pt x="108868" y="317227"/>
                </a:cubicBezTo>
                <a:lnTo>
                  <a:pt x="61913" y="352425"/>
                </a:lnTo>
                <a:cubicBezTo>
                  <a:pt x="51420" y="360313"/>
                  <a:pt x="36463" y="358155"/>
                  <a:pt x="28575" y="347663"/>
                </a:cubicBezTo>
                <a:cubicBezTo>
                  <a:pt x="20687" y="337170"/>
                  <a:pt x="22845" y="322213"/>
                  <a:pt x="33338" y="314325"/>
                </a:cubicBezTo>
                <a:lnTo>
                  <a:pt x="95399" y="267816"/>
                </a:lnTo>
                <a:cubicBezTo>
                  <a:pt x="95324" y="265881"/>
                  <a:pt x="95250" y="263947"/>
                  <a:pt x="95250" y="261938"/>
                </a:cubicBezTo>
                <a:lnTo>
                  <a:pt x="95250" y="238125"/>
                </a:lnTo>
                <a:lnTo>
                  <a:pt x="23813" y="238125"/>
                </a:lnTo>
                <a:cubicBezTo>
                  <a:pt x="10641" y="238125"/>
                  <a:pt x="0" y="227484"/>
                  <a:pt x="0" y="214313"/>
                </a:cubicBezTo>
                <a:cubicBezTo>
                  <a:pt x="0" y="201141"/>
                  <a:pt x="10641" y="190500"/>
                  <a:pt x="23813" y="190500"/>
                </a:cubicBezTo>
                <a:lnTo>
                  <a:pt x="97334" y="190500"/>
                </a:lnTo>
                <a:cubicBezTo>
                  <a:pt x="99194" y="182761"/>
                  <a:pt x="102171" y="175468"/>
                  <a:pt x="106114" y="168846"/>
                </a:cubicBezTo>
                <a:lnTo>
                  <a:pt x="33338" y="114300"/>
                </a:lnTo>
                <a:cubicBezTo>
                  <a:pt x="22845" y="106412"/>
                  <a:pt x="20687" y="91455"/>
                  <a:pt x="28575" y="80962"/>
                </a:cubicBezTo>
                <a:cubicBezTo>
                  <a:pt x="36463" y="70470"/>
                  <a:pt x="51420" y="68312"/>
                  <a:pt x="61912" y="76200"/>
                </a:cubicBezTo>
                <a:lnTo>
                  <a:pt x="142875" y="136922"/>
                </a:lnTo>
                <a:cubicBezTo>
                  <a:pt x="152028" y="133127"/>
                  <a:pt x="162074" y="130969"/>
                  <a:pt x="172641" y="130969"/>
                </a:cubicBezTo>
                <a:lnTo>
                  <a:pt x="255984" y="130969"/>
                </a:lnTo>
                <a:cubicBezTo>
                  <a:pt x="266551" y="130969"/>
                  <a:pt x="276597" y="133052"/>
                  <a:pt x="285750" y="136922"/>
                </a:cubicBezTo>
                <a:lnTo>
                  <a:pt x="366713" y="76200"/>
                </a:lnTo>
                <a:cubicBezTo>
                  <a:pt x="377205" y="68312"/>
                  <a:pt x="392162" y="70470"/>
                  <a:pt x="400050" y="8096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" y="3581400"/>
            <a:ext cx="450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Compatibility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3750" y="41973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4343400"/>
            <a:ext cx="2901950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inspect module conflicts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3750" y="48831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" y="5029200"/>
            <a:ext cx="2197232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runtime errors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750" y="55689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500" y="5715000"/>
            <a:ext cx="3021806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Dependency version mismatches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7400" y="6305550"/>
            <a:ext cx="4356100" cy="12700"/>
          </a:xfrm>
          <a:custGeom>
            <a:avLst/>
            <a:gdLst/>
            <a:ahLst/>
            <a:cxnLst/>
            <a:rect l="l" t="t" r="r" b="b"/>
            <a:pathLst>
              <a:path w="4356100" h="12700">
                <a:moveTo>
                  <a:pt x="0" y="0"/>
                </a:moveTo>
                <a:lnTo>
                  <a:pt x="4356100" y="0"/>
                </a:lnTo>
                <a:lnTo>
                  <a:pt x="4356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3750" y="6521450"/>
            <a:ext cx="4343400" cy="927100"/>
          </a:xfrm>
          <a:custGeom>
            <a:avLst/>
            <a:gdLst/>
            <a:ahLst/>
            <a:cxnLst/>
            <a:rect l="l" t="t" r="r" b="b"/>
            <a:pathLst>
              <a:path w="4343400" h="927100">
                <a:moveTo>
                  <a:pt x="101601" y="0"/>
                </a:moveTo>
                <a:lnTo>
                  <a:pt x="4241799" y="0"/>
                </a:lnTo>
                <a:cubicBezTo>
                  <a:pt x="4297912" y="0"/>
                  <a:pt x="4343400" y="45488"/>
                  <a:pt x="4343400" y="101601"/>
                </a:cubicBezTo>
                <a:lnTo>
                  <a:pt x="4343400" y="825499"/>
                </a:lnTo>
                <a:cubicBezTo>
                  <a:pt x="4343400" y="881612"/>
                  <a:pt x="4297912" y="927100"/>
                  <a:pt x="42417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1400" y="683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21" name="Text 19"/>
          <p:cNvSpPr/>
          <p:nvPr/>
        </p:nvSpPr>
        <p:spPr>
          <a:xfrm>
            <a:off x="1536700" y="6680200"/>
            <a:ext cx="162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Crashes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36700" y="7035800"/>
            <a:ext cx="160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Performance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85367" y="2146300"/>
            <a:ext cx="4889500" cy="5575300"/>
          </a:xfrm>
          <a:custGeom>
            <a:avLst/>
            <a:gdLst/>
            <a:ahLst/>
            <a:cxnLst/>
            <a:rect l="l" t="t" r="r" b="b"/>
            <a:pathLst>
              <a:path w="4889500" h="5575300">
                <a:moveTo>
                  <a:pt x="152406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5422894"/>
                </a:lnTo>
                <a:cubicBezTo>
                  <a:pt x="4889500" y="5507009"/>
                  <a:pt x="4821209" y="5575300"/>
                  <a:pt x="4737094" y="5575300"/>
                </a:cubicBezTo>
                <a:lnTo>
                  <a:pt x="152406" y="5575300"/>
                </a:lnTo>
                <a:cubicBezTo>
                  <a:pt x="68291" y="5575300"/>
                  <a:pt x="0" y="5507009"/>
                  <a:pt x="0" y="54228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940675" y="273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21357" y="47625"/>
                  <a:pt x="0" y="68982"/>
                  <a:pt x="0" y="95250"/>
                </a:cubicBezTo>
                <a:lnTo>
                  <a:pt x="0" y="100757"/>
                </a:lnTo>
                <a:cubicBezTo>
                  <a:pt x="0" y="105817"/>
                  <a:pt x="3274" y="110133"/>
                  <a:pt x="7516" y="112886"/>
                </a:cubicBezTo>
                <a:cubicBezTo>
                  <a:pt x="17338" y="119286"/>
                  <a:pt x="23812" y="130299"/>
                  <a:pt x="23812" y="142875"/>
                </a:cubicBezTo>
                <a:cubicBezTo>
                  <a:pt x="23812" y="155451"/>
                  <a:pt x="17338" y="166464"/>
                  <a:pt x="7516" y="172864"/>
                </a:cubicBezTo>
                <a:cubicBezTo>
                  <a:pt x="3274" y="175617"/>
                  <a:pt x="0" y="179933"/>
                  <a:pt x="0" y="184993"/>
                </a:cubicBezTo>
                <a:lnTo>
                  <a:pt x="0" y="226219"/>
                </a:lnTo>
                <a:lnTo>
                  <a:pt x="381000" y="226219"/>
                </a:lnTo>
                <a:lnTo>
                  <a:pt x="381000" y="184993"/>
                </a:lnTo>
                <a:cubicBezTo>
                  <a:pt x="381000" y="179933"/>
                  <a:pt x="377726" y="175617"/>
                  <a:pt x="373484" y="172864"/>
                </a:cubicBezTo>
                <a:cubicBezTo>
                  <a:pt x="363662" y="166464"/>
                  <a:pt x="357188" y="155451"/>
                  <a:pt x="357188" y="142875"/>
                </a:cubicBezTo>
                <a:cubicBezTo>
                  <a:pt x="357188" y="130299"/>
                  <a:pt x="363662" y="119286"/>
                  <a:pt x="373484" y="112886"/>
                </a:cubicBezTo>
                <a:cubicBezTo>
                  <a:pt x="377726" y="110133"/>
                  <a:pt x="381000" y="105817"/>
                  <a:pt x="381000" y="100757"/>
                </a:cubicBezTo>
                <a:lnTo>
                  <a:pt x="381000" y="95250"/>
                </a:lnTo>
                <a:cubicBezTo>
                  <a:pt x="381000" y="68982"/>
                  <a:pt x="359643" y="47625"/>
                  <a:pt x="333375" y="47625"/>
                </a:cubicBezTo>
                <a:lnTo>
                  <a:pt x="47625" y="47625"/>
                </a:lnTo>
                <a:close/>
                <a:moveTo>
                  <a:pt x="381000" y="309563"/>
                </a:moveTo>
                <a:lnTo>
                  <a:pt x="381000" y="261938"/>
                </a:lnTo>
                <a:lnTo>
                  <a:pt x="0" y="261938"/>
                </a:lnTo>
                <a:lnTo>
                  <a:pt x="0" y="309563"/>
                </a:lnTo>
                <a:cubicBezTo>
                  <a:pt x="0" y="322734"/>
                  <a:pt x="10641" y="333375"/>
                  <a:pt x="23812" y="333375"/>
                </a:cubicBezTo>
                <a:lnTo>
                  <a:pt x="71438" y="333375"/>
                </a:lnTo>
                <a:lnTo>
                  <a:pt x="71438" y="315516"/>
                </a:lnTo>
                <a:cubicBezTo>
                  <a:pt x="71438" y="305619"/>
                  <a:pt x="79400" y="297656"/>
                  <a:pt x="89297" y="297656"/>
                </a:cubicBezTo>
                <a:cubicBezTo>
                  <a:pt x="99194" y="297656"/>
                  <a:pt x="107156" y="305619"/>
                  <a:pt x="107156" y="315516"/>
                </a:cubicBezTo>
                <a:lnTo>
                  <a:pt x="107156" y="333375"/>
                </a:lnTo>
                <a:lnTo>
                  <a:pt x="172641" y="333375"/>
                </a:lnTo>
                <a:lnTo>
                  <a:pt x="172641" y="315516"/>
                </a:lnTo>
                <a:cubicBezTo>
                  <a:pt x="172641" y="305619"/>
                  <a:pt x="180603" y="297656"/>
                  <a:pt x="190500" y="297656"/>
                </a:cubicBezTo>
                <a:cubicBezTo>
                  <a:pt x="200397" y="297656"/>
                  <a:pt x="208359" y="305619"/>
                  <a:pt x="208359" y="315516"/>
                </a:cubicBezTo>
                <a:lnTo>
                  <a:pt x="208359" y="333375"/>
                </a:lnTo>
                <a:lnTo>
                  <a:pt x="273844" y="333375"/>
                </a:lnTo>
                <a:lnTo>
                  <a:pt x="273844" y="315516"/>
                </a:lnTo>
                <a:cubicBezTo>
                  <a:pt x="273844" y="305619"/>
                  <a:pt x="281806" y="297656"/>
                  <a:pt x="291703" y="297656"/>
                </a:cubicBezTo>
                <a:cubicBezTo>
                  <a:pt x="301600" y="297656"/>
                  <a:pt x="309563" y="305619"/>
                  <a:pt x="309563" y="315516"/>
                </a:cubicBezTo>
                <a:lnTo>
                  <a:pt x="309563" y="333375"/>
                </a:lnTo>
                <a:lnTo>
                  <a:pt x="357188" y="333375"/>
                </a:lnTo>
                <a:cubicBezTo>
                  <a:pt x="370359" y="333375"/>
                  <a:pt x="381000" y="322734"/>
                  <a:pt x="381000" y="309563"/>
                </a:cubicBezTo>
                <a:close/>
                <a:moveTo>
                  <a:pt x="119063" y="119063"/>
                </a:moveTo>
                <a:lnTo>
                  <a:pt x="119063" y="166688"/>
                </a:lnTo>
                <a:cubicBezTo>
                  <a:pt x="119063" y="179859"/>
                  <a:pt x="108421" y="190500"/>
                  <a:pt x="95250" y="190500"/>
                </a:cubicBezTo>
                <a:cubicBezTo>
                  <a:pt x="82079" y="190500"/>
                  <a:pt x="71438" y="179859"/>
                  <a:pt x="71438" y="166688"/>
                </a:cubicBezTo>
                <a:lnTo>
                  <a:pt x="71438" y="119063"/>
                </a:lnTo>
                <a:cubicBezTo>
                  <a:pt x="71438" y="105891"/>
                  <a:pt x="82079" y="95250"/>
                  <a:pt x="95250" y="95250"/>
                </a:cubicBezTo>
                <a:cubicBezTo>
                  <a:pt x="108421" y="95250"/>
                  <a:pt x="119063" y="105891"/>
                  <a:pt x="119063" y="119063"/>
                </a:cubicBezTo>
                <a:close/>
                <a:moveTo>
                  <a:pt x="214313" y="119063"/>
                </a:moveTo>
                <a:lnTo>
                  <a:pt x="214313" y="166688"/>
                </a:lnTo>
                <a:cubicBezTo>
                  <a:pt x="214313" y="179859"/>
                  <a:pt x="203671" y="190500"/>
                  <a:pt x="190500" y="190500"/>
                </a:cubicBezTo>
                <a:cubicBezTo>
                  <a:pt x="177329" y="190500"/>
                  <a:pt x="166688" y="179859"/>
                  <a:pt x="166688" y="166688"/>
                </a:cubicBezTo>
                <a:lnTo>
                  <a:pt x="166688" y="119063"/>
                </a:lnTo>
                <a:cubicBezTo>
                  <a:pt x="166688" y="105891"/>
                  <a:pt x="177329" y="95250"/>
                  <a:pt x="190500" y="95250"/>
                </a:cubicBezTo>
                <a:cubicBezTo>
                  <a:pt x="203671" y="95250"/>
                  <a:pt x="214313" y="105891"/>
                  <a:pt x="214313" y="119063"/>
                </a:cubicBezTo>
                <a:close/>
                <a:moveTo>
                  <a:pt x="309563" y="119063"/>
                </a:moveTo>
                <a:lnTo>
                  <a:pt x="309563" y="166688"/>
                </a:lnTo>
                <a:cubicBezTo>
                  <a:pt x="309563" y="179859"/>
                  <a:pt x="298921" y="190500"/>
                  <a:pt x="285750" y="190500"/>
                </a:cubicBezTo>
                <a:cubicBezTo>
                  <a:pt x="272579" y="190500"/>
                  <a:pt x="261938" y="179859"/>
                  <a:pt x="261938" y="166688"/>
                </a:cubicBezTo>
                <a:lnTo>
                  <a:pt x="261938" y="119063"/>
                </a:lnTo>
                <a:cubicBezTo>
                  <a:pt x="261938" y="105891"/>
                  <a:pt x="272579" y="95250"/>
                  <a:pt x="285750" y="95250"/>
                </a:cubicBezTo>
                <a:cubicBezTo>
                  <a:pt x="298921" y="95250"/>
                  <a:pt x="309563" y="105891"/>
                  <a:pt x="309563" y="11906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75867" y="3581400"/>
            <a:ext cx="450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Memory Management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58417" y="41973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167" y="4343400"/>
            <a:ext cx="2771907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file processing overhead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58417" y="48831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167" y="5029200"/>
            <a:ext cx="2125729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overflow risks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58417" y="55689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167" y="5715000"/>
            <a:ext cx="2277732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segment extraction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52067" y="6305550"/>
            <a:ext cx="4356100" cy="12700"/>
          </a:xfrm>
          <a:custGeom>
            <a:avLst/>
            <a:gdLst/>
            <a:ahLst/>
            <a:cxnLst/>
            <a:rect l="l" t="t" r="r" b="b"/>
            <a:pathLst>
              <a:path w="4356100" h="12700">
                <a:moveTo>
                  <a:pt x="0" y="0"/>
                </a:moveTo>
                <a:lnTo>
                  <a:pt x="4356100" y="0"/>
                </a:lnTo>
                <a:lnTo>
                  <a:pt x="4356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58417" y="6521450"/>
            <a:ext cx="4343400" cy="927100"/>
          </a:xfrm>
          <a:custGeom>
            <a:avLst/>
            <a:gdLst/>
            <a:ahLst/>
            <a:cxnLst/>
            <a:rect l="l" t="t" r="r" b="b"/>
            <a:pathLst>
              <a:path w="4343400" h="927100">
                <a:moveTo>
                  <a:pt x="101601" y="0"/>
                </a:moveTo>
                <a:lnTo>
                  <a:pt x="4241799" y="0"/>
                </a:lnTo>
                <a:cubicBezTo>
                  <a:pt x="4297912" y="0"/>
                  <a:pt x="4343400" y="45488"/>
                  <a:pt x="4343400" y="101601"/>
                </a:cubicBezTo>
                <a:lnTo>
                  <a:pt x="4343400" y="825499"/>
                </a:lnTo>
                <a:cubicBezTo>
                  <a:pt x="4343400" y="881612"/>
                  <a:pt x="4297912" y="927100"/>
                  <a:pt x="42417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06067" y="683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6" name="Text 34"/>
          <p:cNvSpPr/>
          <p:nvPr/>
        </p:nvSpPr>
        <p:spPr>
          <a:xfrm>
            <a:off x="6701367" y="6680200"/>
            <a:ext cx="186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Performance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01367" y="70358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In-Memory Processing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50034" y="2146300"/>
            <a:ext cx="4889500" cy="5575300"/>
          </a:xfrm>
          <a:custGeom>
            <a:avLst/>
            <a:gdLst/>
            <a:ahLst/>
            <a:cxnLst/>
            <a:rect l="l" t="t" r="r" b="b"/>
            <a:pathLst>
              <a:path w="4889500" h="5575300">
                <a:moveTo>
                  <a:pt x="152406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5422894"/>
                </a:lnTo>
                <a:cubicBezTo>
                  <a:pt x="4889500" y="5507009"/>
                  <a:pt x="4821209" y="5575300"/>
                  <a:pt x="4737094" y="5575300"/>
                </a:cubicBezTo>
                <a:lnTo>
                  <a:pt x="152406" y="5575300"/>
                </a:lnTo>
                <a:cubicBezTo>
                  <a:pt x="68291" y="5575300"/>
                  <a:pt x="0" y="5507009"/>
                  <a:pt x="0" y="54228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2700000" scaled="1"/>
          </a:gradFill>
          <a:ln w="254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784667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3057718" y="2730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41" name="Text 39"/>
          <p:cNvSpPr/>
          <p:nvPr/>
        </p:nvSpPr>
        <p:spPr>
          <a:xfrm>
            <a:off x="11040534" y="3581400"/>
            <a:ext cx="450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Imports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23084" y="41973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81834" y="4343400"/>
            <a:ext cx="2778191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dependency detection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123084" y="48831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281834" y="5029200"/>
            <a:ext cx="2544101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compatibility issues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23084" y="5568950"/>
            <a:ext cx="4343400" cy="520700"/>
          </a:xfrm>
          <a:custGeom>
            <a:avLst/>
            <a:gdLst/>
            <a:ahLst/>
            <a:cxnLst/>
            <a:rect l="l" t="t" r="r" b="b"/>
            <a:pathLst>
              <a:path w="4343400" h="520700">
                <a:moveTo>
                  <a:pt x="101599" y="0"/>
                </a:moveTo>
                <a:lnTo>
                  <a:pt x="4241801" y="0"/>
                </a:lnTo>
                <a:cubicBezTo>
                  <a:pt x="4297913" y="0"/>
                  <a:pt x="4343400" y="45487"/>
                  <a:pt x="4343400" y="101599"/>
                </a:cubicBezTo>
                <a:lnTo>
                  <a:pt x="4343400" y="419101"/>
                </a:lnTo>
                <a:cubicBezTo>
                  <a:pt x="4343400" y="475213"/>
                  <a:pt x="4297913" y="520700"/>
                  <a:pt x="42418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4444">
              <a:alpha val="20000"/>
            </a:srgbClr>
          </a:solidFill>
          <a:ln w="12700">
            <a:solidFill>
              <a:srgbClr val="FF4444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81834" y="5715000"/>
            <a:ext cx="2670704" cy="224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Environment-specific failures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116734" y="6305550"/>
            <a:ext cx="4356100" cy="12700"/>
          </a:xfrm>
          <a:custGeom>
            <a:avLst/>
            <a:gdLst/>
            <a:ahLst/>
            <a:cxnLst/>
            <a:rect l="l" t="t" r="r" b="b"/>
            <a:pathLst>
              <a:path w="4356100" h="12700">
                <a:moveTo>
                  <a:pt x="0" y="0"/>
                </a:moveTo>
                <a:lnTo>
                  <a:pt x="4356100" y="0"/>
                </a:lnTo>
                <a:lnTo>
                  <a:pt x="4356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123084" y="6521450"/>
            <a:ext cx="4343400" cy="927100"/>
          </a:xfrm>
          <a:custGeom>
            <a:avLst/>
            <a:gdLst/>
            <a:ahLst/>
            <a:cxnLst/>
            <a:rect l="l" t="t" r="r" b="b"/>
            <a:pathLst>
              <a:path w="4343400" h="927100">
                <a:moveTo>
                  <a:pt x="101601" y="0"/>
                </a:moveTo>
                <a:lnTo>
                  <a:pt x="4241799" y="0"/>
                </a:lnTo>
                <a:cubicBezTo>
                  <a:pt x="4297912" y="0"/>
                  <a:pt x="4343400" y="45488"/>
                  <a:pt x="4343400" y="101601"/>
                </a:cubicBezTo>
                <a:lnTo>
                  <a:pt x="4343400" y="825499"/>
                </a:lnTo>
                <a:cubicBezTo>
                  <a:pt x="4343400" y="881612"/>
                  <a:pt x="4297912" y="927100"/>
                  <a:pt x="42417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370734" y="683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51" name="Text 49"/>
          <p:cNvSpPr/>
          <p:nvPr/>
        </p:nvSpPr>
        <p:spPr>
          <a:xfrm>
            <a:off x="11866034" y="6680200"/>
            <a:ext cx="187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Loading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866034" y="7035800"/>
            <a:ext cx="185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Auto-Detection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4350" y="7994650"/>
            <a:ext cx="15227300" cy="1739900"/>
          </a:xfrm>
          <a:custGeom>
            <a:avLst/>
            <a:gdLst/>
            <a:ahLst/>
            <a:cxnLst/>
            <a:rect l="l" t="t" r="r" b="b"/>
            <a:pathLst>
              <a:path w="15227300" h="1739900">
                <a:moveTo>
                  <a:pt x="152398" y="0"/>
                </a:moveTo>
                <a:lnTo>
                  <a:pt x="15074902" y="0"/>
                </a:lnTo>
                <a:cubicBezTo>
                  <a:pt x="15159069" y="0"/>
                  <a:pt x="15227300" y="68231"/>
                  <a:pt x="15227300" y="152398"/>
                </a:cubicBezTo>
                <a:lnTo>
                  <a:pt x="15227300" y="1587502"/>
                </a:lnTo>
                <a:cubicBezTo>
                  <a:pt x="15227300" y="1671669"/>
                  <a:pt x="15159069" y="1739900"/>
                  <a:pt x="15074902" y="1739900"/>
                </a:cubicBezTo>
                <a:lnTo>
                  <a:pt x="152398" y="1739900"/>
                </a:lnTo>
                <a:cubicBezTo>
                  <a:pt x="68231" y="1739900"/>
                  <a:pt x="0" y="1671669"/>
                  <a:pt x="0" y="15875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0D0D0D"/>
              </a:gs>
            </a:gsLst>
            <a:lin ang="0" scaled="1"/>
          </a:gra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0900" y="8305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55" name="Text 53"/>
          <p:cNvSpPr/>
          <p:nvPr/>
        </p:nvSpPr>
        <p:spPr>
          <a:xfrm>
            <a:off x="1155700" y="8255000"/>
            <a:ext cx="1447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 &amp; Best Practices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74700" y="8864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" y="9017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43193" y="476"/>
                </a:moveTo>
                <a:cubicBezTo>
                  <a:pt x="136446" y="-1468"/>
                  <a:pt x="129421" y="2461"/>
                  <a:pt x="127476" y="9207"/>
                </a:cubicBezTo>
                <a:lnTo>
                  <a:pt x="76676" y="187008"/>
                </a:lnTo>
                <a:cubicBezTo>
                  <a:pt x="74732" y="193754"/>
                  <a:pt x="78661" y="200779"/>
                  <a:pt x="85408" y="202724"/>
                </a:cubicBezTo>
                <a:cubicBezTo>
                  <a:pt x="92154" y="204668"/>
                  <a:pt x="99179" y="200739"/>
                  <a:pt x="101124" y="193993"/>
                </a:cubicBezTo>
                <a:lnTo>
                  <a:pt x="151924" y="16193"/>
                </a:lnTo>
                <a:cubicBezTo>
                  <a:pt x="153868" y="9446"/>
                  <a:pt x="149939" y="2421"/>
                  <a:pt x="143192" y="476"/>
                </a:cubicBezTo>
                <a:close/>
                <a:moveTo>
                  <a:pt x="168831" y="54491"/>
                </a:moveTo>
                <a:cubicBezTo>
                  <a:pt x="163870" y="59452"/>
                  <a:pt x="163870" y="67508"/>
                  <a:pt x="168831" y="72469"/>
                </a:cubicBezTo>
                <a:lnTo>
                  <a:pt x="197961" y="101600"/>
                </a:lnTo>
                <a:lnTo>
                  <a:pt x="168831" y="130731"/>
                </a:lnTo>
                <a:cubicBezTo>
                  <a:pt x="163870" y="135692"/>
                  <a:pt x="163870" y="143748"/>
                  <a:pt x="168831" y="148709"/>
                </a:cubicBezTo>
                <a:cubicBezTo>
                  <a:pt x="173792" y="153670"/>
                  <a:pt x="181848" y="153670"/>
                  <a:pt x="186809" y="148709"/>
                </a:cubicBezTo>
                <a:lnTo>
                  <a:pt x="224909" y="110609"/>
                </a:lnTo>
                <a:cubicBezTo>
                  <a:pt x="229870" y="105648"/>
                  <a:pt x="229870" y="97592"/>
                  <a:pt x="224909" y="92631"/>
                </a:cubicBezTo>
                <a:lnTo>
                  <a:pt x="186809" y="54531"/>
                </a:lnTo>
                <a:cubicBezTo>
                  <a:pt x="181848" y="49570"/>
                  <a:pt x="173792" y="49570"/>
                  <a:pt x="168831" y="54531"/>
                </a:cubicBezTo>
                <a:close/>
                <a:moveTo>
                  <a:pt x="59809" y="54491"/>
                </a:moveTo>
                <a:cubicBezTo>
                  <a:pt x="54848" y="49530"/>
                  <a:pt x="46792" y="49530"/>
                  <a:pt x="41831" y="54491"/>
                </a:cubicBezTo>
                <a:lnTo>
                  <a:pt x="3731" y="92591"/>
                </a:lnTo>
                <a:cubicBezTo>
                  <a:pt x="-1230" y="97552"/>
                  <a:pt x="-1230" y="105608"/>
                  <a:pt x="3731" y="110569"/>
                </a:cubicBezTo>
                <a:lnTo>
                  <a:pt x="41831" y="148669"/>
                </a:lnTo>
                <a:cubicBezTo>
                  <a:pt x="46792" y="153630"/>
                  <a:pt x="54848" y="153630"/>
                  <a:pt x="59809" y="148669"/>
                </a:cubicBezTo>
                <a:cubicBezTo>
                  <a:pt x="64770" y="143708"/>
                  <a:pt x="64770" y="135652"/>
                  <a:pt x="59809" y="130691"/>
                </a:cubicBezTo>
                <a:lnTo>
                  <a:pt x="30678" y="101600"/>
                </a:lnTo>
                <a:lnTo>
                  <a:pt x="59769" y="72469"/>
                </a:lnTo>
                <a:cubicBezTo>
                  <a:pt x="64730" y="67508"/>
                  <a:pt x="64730" y="59452"/>
                  <a:pt x="59769" y="544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8" name="Text 56"/>
          <p:cNvSpPr/>
          <p:nvPr/>
        </p:nvSpPr>
        <p:spPr>
          <a:xfrm>
            <a:off x="1435100" y="8864600"/>
            <a:ext cx="401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Refactoring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435100" y="92202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architecture with enhanced error handling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761567" y="8864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D4EDD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926667" y="9017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63500" y="25400"/>
                </a:moveTo>
                <a:cubicBezTo>
                  <a:pt x="63500" y="18375"/>
                  <a:pt x="57825" y="12700"/>
                  <a:pt x="50800" y="12700"/>
                </a:cubicBezTo>
                <a:cubicBezTo>
                  <a:pt x="43775" y="12700"/>
                  <a:pt x="38100" y="18375"/>
                  <a:pt x="38100" y="25400"/>
                </a:cubicBezTo>
                <a:lnTo>
                  <a:pt x="38100" y="50800"/>
                </a:lnTo>
                <a:lnTo>
                  <a:pt x="12700" y="50800"/>
                </a:lnTo>
                <a:cubicBezTo>
                  <a:pt x="5675" y="50800"/>
                  <a:pt x="0" y="56475"/>
                  <a:pt x="0" y="63500"/>
                </a:cubicBezTo>
                <a:cubicBezTo>
                  <a:pt x="0" y="70525"/>
                  <a:pt x="5675" y="76200"/>
                  <a:pt x="12700" y="76200"/>
                </a:cubicBezTo>
                <a:lnTo>
                  <a:pt x="50800" y="76200"/>
                </a:lnTo>
                <a:cubicBezTo>
                  <a:pt x="57825" y="76200"/>
                  <a:pt x="63500" y="70525"/>
                  <a:pt x="63500" y="63500"/>
                </a:cubicBezTo>
                <a:lnTo>
                  <a:pt x="63500" y="25400"/>
                </a:lnTo>
                <a:close/>
                <a:moveTo>
                  <a:pt x="12700" y="127000"/>
                </a:moveTo>
                <a:cubicBezTo>
                  <a:pt x="5675" y="127000"/>
                  <a:pt x="0" y="132675"/>
                  <a:pt x="0" y="139700"/>
                </a:cubicBezTo>
                <a:cubicBezTo>
                  <a:pt x="0" y="146725"/>
                  <a:pt x="5675" y="152400"/>
                  <a:pt x="12700" y="152400"/>
                </a:cubicBezTo>
                <a:lnTo>
                  <a:pt x="38100" y="152400"/>
                </a:lnTo>
                <a:lnTo>
                  <a:pt x="38100" y="177800"/>
                </a:lnTo>
                <a:cubicBezTo>
                  <a:pt x="38100" y="184825"/>
                  <a:pt x="43775" y="190500"/>
                  <a:pt x="50800" y="190500"/>
                </a:cubicBezTo>
                <a:cubicBezTo>
                  <a:pt x="57825" y="190500"/>
                  <a:pt x="63500" y="184825"/>
                  <a:pt x="63500" y="177800"/>
                </a:cubicBezTo>
                <a:lnTo>
                  <a:pt x="63500" y="139700"/>
                </a:lnTo>
                <a:cubicBezTo>
                  <a:pt x="63500" y="132675"/>
                  <a:pt x="57825" y="127000"/>
                  <a:pt x="50800" y="127000"/>
                </a:cubicBezTo>
                <a:lnTo>
                  <a:pt x="12700" y="127000"/>
                </a:lnTo>
                <a:close/>
                <a:moveTo>
                  <a:pt x="139700" y="25400"/>
                </a:moveTo>
                <a:cubicBezTo>
                  <a:pt x="139700" y="18375"/>
                  <a:pt x="134025" y="12700"/>
                  <a:pt x="127000" y="12700"/>
                </a:cubicBezTo>
                <a:cubicBezTo>
                  <a:pt x="119975" y="12700"/>
                  <a:pt x="114300" y="18375"/>
                  <a:pt x="114300" y="25400"/>
                </a:cubicBezTo>
                <a:lnTo>
                  <a:pt x="114300" y="63500"/>
                </a:lnTo>
                <a:cubicBezTo>
                  <a:pt x="114300" y="70525"/>
                  <a:pt x="119975" y="76200"/>
                  <a:pt x="127000" y="76200"/>
                </a:cubicBezTo>
                <a:lnTo>
                  <a:pt x="165100" y="76200"/>
                </a:lnTo>
                <a:cubicBezTo>
                  <a:pt x="172125" y="76200"/>
                  <a:pt x="177800" y="70525"/>
                  <a:pt x="177800" y="63500"/>
                </a:cubicBezTo>
                <a:cubicBezTo>
                  <a:pt x="177800" y="56475"/>
                  <a:pt x="172125" y="50800"/>
                  <a:pt x="165100" y="50800"/>
                </a:cubicBezTo>
                <a:lnTo>
                  <a:pt x="139700" y="50800"/>
                </a:lnTo>
                <a:lnTo>
                  <a:pt x="139700" y="25400"/>
                </a:lnTo>
                <a:close/>
                <a:moveTo>
                  <a:pt x="127000" y="127000"/>
                </a:moveTo>
                <a:cubicBezTo>
                  <a:pt x="119975" y="127000"/>
                  <a:pt x="114300" y="132675"/>
                  <a:pt x="114300" y="139700"/>
                </a:cubicBezTo>
                <a:lnTo>
                  <a:pt x="114300" y="177800"/>
                </a:lnTo>
                <a:cubicBezTo>
                  <a:pt x="114300" y="184825"/>
                  <a:pt x="119975" y="190500"/>
                  <a:pt x="127000" y="190500"/>
                </a:cubicBezTo>
                <a:cubicBezTo>
                  <a:pt x="134025" y="190500"/>
                  <a:pt x="139700" y="184825"/>
                  <a:pt x="139700" y="177800"/>
                </a:cubicBezTo>
                <a:lnTo>
                  <a:pt x="139700" y="152400"/>
                </a:lnTo>
                <a:lnTo>
                  <a:pt x="165100" y="152400"/>
                </a:lnTo>
                <a:cubicBezTo>
                  <a:pt x="172125" y="152400"/>
                  <a:pt x="177800" y="146725"/>
                  <a:pt x="177800" y="139700"/>
                </a:cubicBezTo>
                <a:cubicBezTo>
                  <a:pt x="177800" y="132675"/>
                  <a:pt x="172125" y="127000"/>
                  <a:pt x="165100" y="127000"/>
                </a:cubicBezTo>
                <a:lnTo>
                  <a:pt x="127000" y="127000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62" name="Text 60"/>
          <p:cNvSpPr/>
          <p:nvPr/>
        </p:nvSpPr>
        <p:spPr>
          <a:xfrm>
            <a:off x="6421967" y="8864600"/>
            <a:ext cx="334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Optimization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21967" y="92202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In-memory slicing with garbage collection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748434" y="8864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900834" y="901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58155" y="4842"/>
                </a:moveTo>
                <a:lnTo>
                  <a:pt x="123150" y="39846"/>
                </a:lnTo>
                <a:lnTo>
                  <a:pt x="163354" y="80050"/>
                </a:lnTo>
                <a:lnTo>
                  <a:pt x="198358" y="45045"/>
                </a:lnTo>
                <a:cubicBezTo>
                  <a:pt x="201454" y="41910"/>
                  <a:pt x="203200" y="37703"/>
                  <a:pt x="203200" y="33338"/>
                </a:cubicBezTo>
                <a:cubicBezTo>
                  <a:pt x="203200" y="28972"/>
                  <a:pt x="201454" y="24765"/>
                  <a:pt x="198358" y="21630"/>
                </a:cubicBezTo>
                <a:lnTo>
                  <a:pt x="181570" y="4842"/>
                </a:lnTo>
                <a:cubicBezTo>
                  <a:pt x="178435" y="1746"/>
                  <a:pt x="174228" y="0"/>
                  <a:pt x="169863" y="0"/>
                </a:cubicBezTo>
                <a:cubicBezTo>
                  <a:pt x="165497" y="0"/>
                  <a:pt x="161290" y="1746"/>
                  <a:pt x="158155" y="4842"/>
                </a:cubicBezTo>
                <a:close/>
                <a:moveTo>
                  <a:pt x="109696" y="53300"/>
                </a:moveTo>
                <a:lnTo>
                  <a:pt x="4842" y="158155"/>
                </a:lnTo>
                <a:cubicBezTo>
                  <a:pt x="1746" y="161290"/>
                  <a:pt x="0" y="165497"/>
                  <a:pt x="0" y="169863"/>
                </a:cubicBezTo>
                <a:cubicBezTo>
                  <a:pt x="0" y="174228"/>
                  <a:pt x="1746" y="178435"/>
                  <a:pt x="4842" y="181570"/>
                </a:cubicBezTo>
                <a:lnTo>
                  <a:pt x="21630" y="198358"/>
                </a:lnTo>
                <a:cubicBezTo>
                  <a:pt x="24765" y="201454"/>
                  <a:pt x="28972" y="203200"/>
                  <a:pt x="33338" y="203200"/>
                </a:cubicBezTo>
                <a:cubicBezTo>
                  <a:pt x="37703" y="203200"/>
                  <a:pt x="41910" y="201454"/>
                  <a:pt x="45045" y="198358"/>
                </a:cubicBezTo>
                <a:lnTo>
                  <a:pt x="149900" y="93504"/>
                </a:lnTo>
                <a:lnTo>
                  <a:pt x="109696" y="53300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66" name="Text 64"/>
          <p:cNvSpPr/>
          <p:nvPr/>
        </p:nvSpPr>
        <p:spPr>
          <a:xfrm>
            <a:off x="11408834" y="8864600"/>
            <a:ext cx="325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Imports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408834" y="9220200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Auto-detection and fallback mechanisms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f85f6081092a99a11a738ea486321aa405b718a.jp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3125" b="312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🛠️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2400" y="508000"/>
            <a:ext cx="527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22400" y="1320800"/>
            <a:ext cx="509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Open Source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520700" y="2146300"/>
            <a:ext cx="7467600" cy="3581400"/>
          </a:xfrm>
          <a:custGeom>
            <a:avLst/>
            <a:gdLst/>
            <a:ahLst/>
            <a:cxnLst/>
            <a:rect l="l" t="t" r="r" b="b"/>
            <a:pathLst>
              <a:path w="7467600" h="3581400">
                <a:moveTo>
                  <a:pt x="152389" y="0"/>
                </a:moveTo>
                <a:lnTo>
                  <a:pt x="7315211" y="0"/>
                </a:lnTo>
                <a:cubicBezTo>
                  <a:pt x="7399317" y="0"/>
                  <a:pt x="7467600" y="68283"/>
                  <a:pt x="7467600" y="152389"/>
                </a:cubicBezTo>
                <a:lnTo>
                  <a:pt x="7467600" y="3429011"/>
                </a:lnTo>
                <a:cubicBezTo>
                  <a:pt x="7467600" y="3513173"/>
                  <a:pt x="7399373" y="3581400"/>
                  <a:pt x="7315211" y="3581400"/>
                </a:cubicBezTo>
                <a:lnTo>
                  <a:pt x="152389" y="3581400"/>
                </a:lnTo>
                <a:cubicBezTo>
                  <a:pt x="68283" y="3581400"/>
                  <a:pt x="0" y="3513117"/>
                  <a:pt x="0" y="3429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7400" y="2413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414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1803400" y="24384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03400" y="2895600"/>
            <a:ext cx="15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3750" y="3435350"/>
            <a:ext cx="6921500" cy="927100"/>
          </a:xfrm>
          <a:custGeom>
            <a:avLst/>
            <a:gdLst/>
            <a:ahLst/>
            <a:cxnLst/>
            <a:rect l="l" t="t" r="r" b="b"/>
            <a:pathLst>
              <a:path w="6921500" h="927100">
                <a:moveTo>
                  <a:pt x="101601" y="0"/>
                </a:moveTo>
                <a:lnTo>
                  <a:pt x="6819899" y="0"/>
                </a:lnTo>
                <a:cubicBezTo>
                  <a:pt x="6876012" y="0"/>
                  <a:pt x="6921500" y="45488"/>
                  <a:pt x="6921500" y="101601"/>
                </a:cubicBezTo>
                <a:lnTo>
                  <a:pt x="6921500" y="825499"/>
                </a:lnTo>
                <a:cubicBezTo>
                  <a:pt x="6921500" y="881612"/>
                  <a:pt x="6876012" y="927100"/>
                  <a:pt x="68198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3300" y="3594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18328" y="369570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🎈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816100" y="3594100"/>
            <a:ext cx="581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16100" y="3949700"/>
            <a:ext cx="577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web framework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67700" y="2146300"/>
            <a:ext cx="7467600" cy="3581400"/>
          </a:xfrm>
          <a:custGeom>
            <a:avLst/>
            <a:gdLst/>
            <a:ahLst/>
            <a:cxnLst/>
            <a:rect l="l" t="t" r="r" b="b"/>
            <a:pathLst>
              <a:path w="7467600" h="3581400">
                <a:moveTo>
                  <a:pt x="152389" y="0"/>
                </a:moveTo>
                <a:lnTo>
                  <a:pt x="7315211" y="0"/>
                </a:lnTo>
                <a:cubicBezTo>
                  <a:pt x="7399317" y="0"/>
                  <a:pt x="7467600" y="68283"/>
                  <a:pt x="7467600" y="152389"/>
                </a:cubicBezTo>
                <a:lnTo>
                  <a:pt x="7467600" y="3429011"/>
                </a:lnTo>
                <a:cubicBezTo>
                  <a:pt x="7467600" y="3513173"/>
                  <a:pt x="7399373" y="3581400"/>
                  <a:pt x="7315211" y="3581400"/>
                </a:cubicBezTo>
                <a:lnTo>
                  <a:pt x="152389" y="3581400"/>
                </a:lnTo>
                <a:cubicBezTo>
                  <a:pt x="68283" y="3581400"/>
                  <a:pt x="0" y="3513117"/>
                  <a:pt x="0" y="3429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2700000" scaled="1"/>
          </a:gradFill>
          <a:ln w="254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34400" y="2413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7884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57150"/>
                </a:moveTo>
                <a:cubicBezTo>
                  <a:pt x="38100" y="46613"/>
                  <a:pt x="46613" y="38100"/>
                  <a:pt x="57150" y="38100"/>
                </a:cubicBezTo>
                <a:lnTo>
                  <a:pt x="152400" y="38100"/>
                </a:lnTo>
                <a:cubicBezTo>
                  <a:pt x="162937" y="38100"/>
                  <a:pt x="171450" y="46613"/>
                  <a:pt x="171450" y="57150"/>
                </a:cubicBezTo>
                <a:lnTo>
                  <a:pt x="171450" y="228600"/>
                </a:lnTo>
                <a:lnTo>
                  <a:pt x="228600" y="228600"/>
                </a:lnTo>
                <a:lnTo>
                  <a:pt x="228600" y="152400"/>
                </a:lnTo>
                <a:cubicBezTo>
                  <a:pt x="228600" y="141863"/>
                  <a:pt x="237113" y="133350"/>
                  <a:pt x="24765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266700" y="171450"/>
                </a:lnTo>
                <a:lnTo>
                  <a:pt x="266700" y="247650"/>
                </a:lnTo>
                <a:cubicBezTo>
                  <a:pt x="266700" y="258187"/>
                  <a:pt x="258187" y="266700"/>
                  <a:pt x="247650" y="266700"/>
                </a:cubicBezTo>
                <a:lnTo>
                  <a:pt x="152400" y="266700"/>
                </a:lnTo>
                <a:cubicBezTo>
                  <a:pt x="141863" y="266700"/>
                  <a:pt x="133350" y="258187"/>
                  <a:pt x="133350" y="247650"/>
                </a:cubicBezTo>
                <a:lnTo>
                  <a:pt x="133350" y="76200"/>
                </a:lnTo>
                <a:lnTo>
                  <a:pt x="76200" y="76200"/>
                </a:lnTo>
                <a:lnTo>
                  <a:pt x="76200" y="152400"/>
                </a:lnTo>
                <a:cubicBezTo>
                  <a:pt x="76200" y="162937"/>
                  <a:pt x="67687" y="171450"/>
                  <a:pt x="57150" y="171450"/>
                </a:cubicBezTo>
                <a:lnTo>
                  <a:pt x="19050" y="171450"/>
                </a:lnTo>
                <a:cubicBezTo>
                  <a:pt x="8513" y="171450"/>
                  <a:pt x="0" y="162937"/>
                  <a:pt x="0" y="152400"/>
                </a:cubicBezTo>
                <a:cubicBezTo>
                  <a:pt x="0" y="141863"/>
                  <a:pt x="8513" y="133350"/>
                  <a:pt x="19050" y="133350"/>
                </a:cubicBezTo>
                <a:lnTo>
                  <a:pt x="38100" y="133350"/>
                </a:lnTo>
                <a:lnTo>
                  <a:pt x="38100" y="57150"/>
                </a:ln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21" name="Text 18"/>
          <p:cNvSpPr/>
          <p:nvPr/>
        </p:nvSpPr>
        <p:spPr>
          <a:xfrm>
            <a:off x="9550400" y="2438400"/>
            <a:ext cx="17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550400" y="289560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Processing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540750" y="3435350"/>
            <a:ext cx="6921500" cy="927100"/>
          </a:xfrm>
          <a:custGeom>
            <a:avLst/>
            <a:gdLst/>
            <a:ahLst/>
            <a:cxnLst/>
            <a:rect l="l" t="t" r="r" b="b"/>
            <a:pathLst>
              <a:path w="6921500" h="927100">
                <a:moveTo>
                  <a:pt x="101601" y="0"/>
                </a:moveTo>
                <a:lnTo>
                  <a:pt x="6819899" y="0"/>
                </a:lnTo>
                <a:cubicBezTo>
                  <a:pt x="6876012" y="0"/>
                  <a:pt x="6921500" y="45488"/>
                  <a:pt x="6921500" y="101601"/>
                </a:cubicBezTo>
                <a:lnTo>
                  <a:pt x="6921500" y="825499"/>
                </a:lnTo>
                <a:cubicBezTo>
                  <a:pt x="6921500" y="881612"/>
                  <a:pt x="6876012" y="927100"/>
                  <a:pt x="68198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9D4EDD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50300" y="3594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8865328" y="369570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🎵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563100" y="3594100"/>
            <a:ext cx="581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Librosa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563100" y="3949700"/>
            <a:ext cx="577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analysis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540750" y="4527550"/>
            <a:ext cx="6921500" cy="927100"/>
          </a:xfrm>
          <a:custGeom>
            <a:avLst/>
            <a:gdLst/>
            <a:ahLst/>
            <a:cxnLst/>
            <a:rect l="l" t="t" r="r" b="b"/>
            <a:pathLst>
              <a:path w="6921500" h="927100">
                <a:moveTo>
                  <a:pt x="101601" y="0"/>
                </a:moveTo>
                <a:lnTo>
                  <a:pt x="6819899" y="0"/>
                </a:lnTo>
                <a:cubicBezTo>
                  <a:pt x="6876012" y="0"/>
                  <a:pt x="6921500" y="45488"/>
                  <a:pt x="6921500" y="101601"/>
                </a:cubicBezTo>
                <a:lnTo>
                  <a:pt x="6921500" y="825499"/>
                </a:lnTo>
                <a:cubicBezTo>
                  <a:pt x="6921500" y="881612"/>
                  <a:pt x="6876012" y="927100"/>
                  <a:pt x="68198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9D4EDD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50300" y="4686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865328" y="478790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🔊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563100" y="4686300"/>
            <a:ext cx="581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SoundFile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563100" y="5041900"/>
            <a:ext cx="577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I/O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20700" y="6007100"/>
            <a:ext cx="7467600" cy="3175000"/>
          </a:xfrm>
          <a:custGeom>
            <a:avLst/>
            <a:gdLst/>
            <a:ahLst/>
            <a:cxnLst/>
            <a:rect l="l" t="t" r="r" b="b"/>
            <a:pathLst>
              <a:path w="7467600" h="3175000">
                <a:moveTo>
                  <a:pt x="152400" y="0"/>
                </a:moveTo>
                <a:lnTo>
                  <a:pt x="7315200" y="0"/>
                </a:lnTo>
                <a:cubicBezTo>
                  <a:pt x="7399312" y="0"/>
                  <a:pt x="7467600" y="68288"/>
                  <a:pt x="7467600" y="152400"/>
                </a:cubicBezTo>
                <a:lnTo>
                  <a:pt x="7467600" y="3022600"/>
                </a:lnTo>
                <a:cubicBezTo>
                  <a:pt x="7467600" y="3106712"/>
                  <a:pt x="7399312" y="3175000"/>
                  <a:pt x="7315200" y="3175000"/>
                </a:cubicBezTo>
                <a:lnTo>
                  <a:pt x="152400" y="3175000"/>
                </a:lnTo>
                <a:cubicBezTo>
                  <a:pt x="68288" y="3175000"/>
                  <a:pt x="0" y="3106712"/>
                  <a:pt x="0" y="3022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32FF7D">
                  <a:alpha val="5000"/>
                </a:srgbClr>
              </a:gs>
            </a:gsLst>
            <a:lin ang="2700000" scaled="1"/>
          </a:gradFill>
          <a:ln w="254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7400" y="6273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41400" y="652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6" name="Text 33"/>
          <p:cNvSpPr/>
          <p:nvPr/>
        </p:nvSpPr>
        <p:spPr>
          <a:xfrm>
            <a:off x="1803400" y="6299200"/>
            <a:ext cx="173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AI/ML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803400" y="67564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93750" y="7296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52500" y="7404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1048345" y="7480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🔥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612900" y="74041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612900" y="7708900"/>
            <a:ext cx="990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337050" y="7296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495800" y="7404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4591645" y="7480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🗣️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156200" y="7404100"/>
            <a:ext cx="86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Whisper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156200" y="7708900"/>
            <a:ext cx="83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ASR model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93750" y="8185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52500" y="8293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048345" y="8369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📚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612900" y="82931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NLTK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612900" y="85979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toolkit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4337050" y="8185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495800" y="8293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4591645" y="8369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🤖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5156200" y="8293100"/>
            <a:ext cx="115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156200" y="8597900"/>
            <a:ext cx="113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algorithms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8267700" y="6007100"/>
            <a:ext cx="7467600" cy="3175000"/>
          </a:xfrm>
          <a:custGeom>
            <a:avLst/>
            <a:gdLst/>
            <a:ahLst/>
            <a:cxnLst/>
            <a:rect l="l" t="t" r="r" b="b"/>
            <a:pathLst>
              <a:path w="7467600" h="3175000">
                <a:moveTo>
                  <a:pt x="152400" y="0"/>
                </a:moveTo>
                <a:lnTo>
                  <a:pt x="7315200" y="0"/>
                </a:lnTo>
                <a:cubicBezTo>
                  <a:pt x="7399312" y="0"/>
                  <a:pt x="7467600" y="68288"/>
                  <a:pt x="7467600" y="152400"/>
                </a:cubicBezTo>
                <a:lnTo>
                  <a:pt x="7467600" y="3022600"/>
                </a:lnTo>
                <a:cubicBezTo>
                  <a:pt x="7467600" y="3106712"/>
                  <a:pt x="7399312" y="3175000"/>
                  <a:pt x="7315200" y="3175000"/>
                </a:cubicBezTo>
                <a:lnTo>
                  <a:pt x="152400" y="3175000"/>
                </a:lnTo>
                <a:cubicBezTo>
                  <a:pt x="68288" y="3175000"/>
                  <a:pt x="0" y="3106712"/>
                  <a:pt x="0" y="3022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534400" y="6273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788400" y="652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1" name="Text 58"/>
          <p:cNvSpPr/>
          <p:nvPr/>
        </p:nvSpPr>
        <p:spPr>
          <a:xfrm>
            <a:off x="9550400" y="6299200"/>
            <a:ext cx="15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9550400" y="6756400"/>
            <a:ext cx="149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540750" y="7296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699500" y="7404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8795345" y="7480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🐼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359900" y="7404100"/>
            <a:ext cx="130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9359900" y="7708900"/>
            <a:ext cx="128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12084050" y="7296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2242800" y="7404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70" name="Text 67"/>
          <p:cNvSpPr/>
          <p:nvPr/>
        </p:nvSpPr>
        <p:spPr>
          <a:xfrm>
            <a:off x="12338645" y="7480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📊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12903200" y="7404100"/>
            <a:ext cx="124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12903200" y="77089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8540750" y="8185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699500" y="8293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75" name="Text 72"/>
          <p:cNvSpPr/>
          <p:nvPr/>
        </p:nvSpPr>
        <p:spPr>
          <a:xfrm>
            <a:off x="8795345" y="8369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9359900" y="82931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9359900" y="85979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12084050" y="8185150"/>
            <a:ext cx="3378200" cy="723900"/>
          </a:xfrm>
          <a:custGeom>
            <a:avLst/>
            <a:gdLst/>
            <a:ahLst/>
            <a:cxnLst/>
            <a:rect l="l" t="t" r="r" b="b"/>
            <a:pathLst>
              <a:path w="3378200" h="723900">
                <a:moveTo>
                  <a:pt x="101599" y="0"/>
                </a:moveTo>
                <a:lnTo>
                  <a:pt x="3276601" y="0"/>
                </a:lnTo>
                <a:cubicBezTo>
                  <a:pt x="3332712" y="0"/>
                  <a:pt x="3378200" y="45488"/>
                  <a:pt x="3378200" y="101599"/>
                </a:cubicBezTo>
                <a:lnTo>
                  <a:pt x="3378200" y="622301"/>
                </a:lnTo>
                <a:cubicBezTo>
                  <a:pt x="3378200" y="678412"/>
                  <a:pt x="3332712" y="723900"/>
                  <a:pt x="32766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2242800" y="8293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80" name="Text 77"/>
          <p:cNvSpPr/>
          <p:nvPr/>
        </p:nvSpPr>
        <p:spPr>
          <a:xfrm>
            <a:off x="12338645" y="83693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☁️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12903200" y="8293100"/>
            <a:ext cx="123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WordCloud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12903200" y="8597900"/>
            <a:ext cx="120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visualization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514350" y="9455150"/>
            <a:ext cx="15227300" cy="1384300"/>
          </a:xfrm>
          <a:custGeom>
            <a:avLst/>
            <a:gdLst/>
            <a:ahLst/>
            <a:cxnLst/>
            <a:rect l="l" t="t" r="r" b="b"/>
            <a:pathLst>
              <a:path w="15227300" h="1384300">
                <a:moveTo>
                  <a:pt x="152398" y="0"/>
                </a:moveTo>
                <a:lnTo>
                  <a:pt x="15074902" y="0"/>
                </a:lnTo>
                <a:cubicBezTo>
                  <a:pt x="15159069" y="0"/>
                  <a:pt x="15227300" y="68231"/>
                  <a:pt x="15227300" y="152398"/>
                </a:cubicBezTo>
                <a:lnTo>
                  <a:pt x="15227300" y="1231902"/>
                </a:lnTo>
                <a:cubicBezTo>
                  <a:pt x="15227300" y="1316069"/>
                  <a:pt x="15159069" y="1384300"/>
                  <a:pt x="15074902" y="1384300"/>
                </a:cubicBezTo>
                <a:lnTo>
                  <a:pt x="152398" y="1384300"/>
                </a:lnTo>
                <a:cubicBezTo>
                  <a:pt x="68287" y="1384300"/>
                  <a:pt x="0" y="1316013"/>
                  <a:pt x="0" y="12319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0D0D0D"/>
              </a:gs>
            </a:gsLst>
            <a:lin ang="0" scaled="1"/>
          </a:gra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2800" y="9791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3470" y="51852"/>
                </a:moveTo>
                <a:lnTo>
                  <a:pt x="152400" y="64175"/>
                </a:lnTo>
                <a:lnTo>
                  <a:pt x="161330" y="51852"/>
                </a:lnTo>
                <a:cubicBezTo>
                  <a:pt x="176212" y="31254"/>
                  <a:pt x="200144" y="19050"/>
                  <a:pt x="225564" y="19050"/>
                </a:cubicBezTo>
                <a:cubicBezTo>
                  <a:pt x="269319" y="19050"/>
                  <a:pt x="304800" y="54531"/>
                  <a:pt x="304800" y="98286"/>
                </a:cubicBezTo>
                <a:lnTo>
                  <a:pt x="304800" y="99834"/>
                </a:lnTo>
                <a:cubicBezTo>
                  <a:pt x="304800" y="166628"/>
                  <a:pt x="221516" y="244197"/>
                  <a:pt x="178058" y="277356"/>
                </a:cubicBezTo>
                <a:cubicBezTo>
                  <a:pt x="170676" y="282952"/>
                  <a:pt x="161627" y="285750"/>
                  <a:pt x="152400" y="285750"/>
                </a:cubicBezTo>
                <a:cubicBezTo>
                  <a:pt x="143173" y="285750"/>
                  <a:pt x="134064" y="283012"/>
                  <a:pt x="126742" y="277356"/>
                </a:cubicBezTo>
                <a:cubicBezTo>
                  <a:pt x="83284" y="244197"/>
                  <a:pt x="0" y="166628"/>
                  <a:pt x="0" y="99834"/>
                </a:cubicBezTo>
                <a:lnTo>
                  <a:pt x="0" y="98286"/>
                </a:lnTo>
                <a:cubicBezTo>
                  <a:pt x="0" y="54531"/>
                  <a:pt x="35481" y="19050"/>
                  <a:pt x="79236" y="19050"/>
                </a:cubicBezTo>
                <a:cubicBezTo>
                  <a:pt x="104656" y="19050"/>
                  <a:pt x="128588" y="31254"/>
                  <a:pt x="143470" y="5185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85" name="Text 82"/>
          <p:cNvSpPr/>
          <p:nvPr/>
        </p:nvSpPr>
        <p:spPr>
          <a:xfrm>
            <a:off x="1155700" y="9740900"/>
            <a:ext cx="863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 Foundation</a:t>
            </a:r>
            <a:endParaRPr lang="en-US" sz="1600" dirty="0"/>
          </a:p>
        </p:txBody>
      </p:sp>
      <p:sp>
        <p:nvSpPr>
          <p:cNvPr id="86" name="Text 83"/>
          <p:cNvSpPr/>
          <p:nvPr/>
        </p:nvSpPr>
        <p:spPr>
          <a:xfrm>
            <a:off x="774700" y="10248900"/>
            <a:ext cx="896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entirely on open-source technologies, ensuring transparency, flexibility, and community support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11907573" y="9715500"/>
            <a:ext cx="1384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88" name="Text 85"/>
          <p:cNvSpPr/>
          <p:nvPr/>
        </p:nvSpPr>
        <p:spPr>
          <a:xfrm>
            <a:off x="11971073" y="102743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89" name="Text 86"/>
          <p:cNvSpPr/>
          <p:nvPr/>
        </p:nvSpPr>
        <p:spPr>
          <a:xfrm>
            <a:off x="13465770" y="9715500"/>
            <a:ext cx="977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12+</a:t>
            </a:r>
            <a:endParaRPr lang="en-US" sz="1600" dirty="0"/>
          </a:p>
        </p:txBody>
      </p:sp>
      <p:sp>
        <p:nvSpPr>
          <p:cNvPr id="90" name="Text 87"/>
          <p:cNvSpPr/>
          <p:nvPr/>
        </p:nvSpPr>
        <p:spPr>
          <a:xfrm>
            <a:off x="13529270" y="10274300"/>
            <a:ext cx="85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91" name="Text 88"/>
          <p:cNvSpPr/>
          <p:nvPr/>
        </p:nvSpPr>
        <p:spPr>
          <a:xfrm>
            <a:off x="14620611" y="9715500"/>
            <a:ext cx="977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</a:t>
            </a:r>
            <a:endParaRPr lang="en-US" sz="1600" dirty="0"/>
          </a:p>
        </p:txBody>
      </p:sp>
      <p:sp>
        <p:nvSpPr>
          <p:cNvPr id="92" name="Text 89"/>
          <p:cNvSpPr/>
          <p:nvPr/>
        </p:nvSpPr>
        <p:spPr>
          <a:xfrm>
            <a:off x="14684111" y="10274300"/>
            <a:ext cx="85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Licenses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8128000" cy="9144000"/>
          </a:xfrm>
          <a:custGeom>
            <a:avLst/>
            <a:gdLst/>
            <a:ahLst/>
            <a:cxnLst/>
            <a:rect l="l" t="t" r="r" b="b"/>
            <a:pathLst>
              <a:path w="8128000" h="9144000">
                <a:moveTo>
                  <a:pt x="0" y="0"/>
                </a:moveTo>
                <a:lnTo>
                  <a:pt x="8128000" y="0"/>
                </a:lnTo>
                <a:lnTo>
                  <a:pt x="812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08000" y="736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D4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6401" y="863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22400" y="508000"/>
            <a:ext cx="495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2400" y="1320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What's Next?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8102600" y="2133600"/>
            <a:ext cx="50800" cy="5080000"/>
          </a:xfrm>
          <a:custGeom>
            <a:avLst/>
            <a:gdLst/>
            <a:ahLst/>
            <a:cxnLst/>
            <a:rect l="l" t="t" r="r" b="b"/>
            <a:pathLst>
              <a:path w="50800" h="5080000">
                <a:moveTo>
                  <a:pt x="0" y="0"/>
                </a:moveTo>
                <a:lnTo>
                  <a:pt x="50800" y="0"/>
                </a:lnTo>
                <a:lnTo>
                  <a:pt x="50800" y="5080000"/>
                </a:lnTo>
                <a:lnTo>
                  <a:pt x="0" y="5080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FF"/>
              </a:gs>
              <a:gs pos="0">
                <a:srgbClr val="FFFFFF"/>
              </a:gs>
              <a:gs pos="50000">
                <a:srgbClr val="9D4EDD"/>
              </a:gs>
              <a:gs pos="100000">
                <a:srgbClr val="32FF7D"/>
              </a:gs>
            </a:gsLst>
            <a:lin ang="54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520700" y="2146300"/>
            <a:ext cx="13741400" cy="1244600"/>
          </a:xfrm>
          <a:custGeom>
            <a:avLst/>
            <a:gdLst/>
            <a:ahLst/>
            <a:cxnLst/>
            <a:rect l="l" t="t" r="r" b="b"/>
            <a:pathLst>
              <a:path w="13741400" h="1244600">
                <a:moveTo>
                  <a:pt x="152401" y="0"/>
                </a:moveTo>
                <a:lnTo>
                  <a:pt x="13588999" y="0"/>
                </a:lnTo>
                <a:cubicBezTo>
                  <a:pt x="13673168" y="0"/>
                  <a:pt x="13741400" y="68232"/>
                  <a:pt x="13741400" y="152401"/>
                </a:cubicBezTo>
                <a:lnTo>
                  <a:pt x="13741400" y="1092199"/>
                </a:lnTo>
                <a:cubicBezTo>
                  <a:pt x="13741400" y="1176368"/>
                  <a:pt x="13673168" y="1244600"/>
                  <a:pt x="13588999" y="1244600"/>
                </a:cubicBezTo>
                <a:lnTo>
                  <a:pt x="152401" y="1244600"/>
                </a:lnTo>
                <a:cubicBezTo>
                  <a:pt x="68232" y="1244600"/>
                  <a:pt x="0" y="1176368"/>
                  <a:pt x="0" y="10921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0" scaled="1"/>
          </a:gradFill>
          <a:ln w="25400">
            <a:solidFill>
              <a:srgbClr val="00D4FF">
                <a:alpha val="5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600" y="2362200"/>
            <a:ext cx="185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 MVP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0722" y="2381250"/>
            <a:ext cx="1079500" cy="368300"/>
          </a:xfrm>
          <a:custGeom>
            <a:avLst/>
            <a:gdLst/>
            <a:ahLst/>
            <a:cxnLst/>
            <a:rect l="l" t="t" r="r" b="b"/>
            <a:pathLst>
              <a:path w="1079500" h="368300">
                <a:moveTo>
                  <a:pt x="101599" y="0"/>
                </a:moveTo>
                <a:lnTo>
                  <a:pt x="977901" y="0"/>
                </a:lnTo>
                <a:cubicBezTo>
                  <a:pt x="1034012" y="0"/>
                  <a:pt x="1079500" y="45488"/>
                  <a:pt x="1079500" y="101599"/>
                </a:cubicBezTo>
                <a:lnTo>
                  <a:pt x="1079500" y="266701"/>
                </a:lnTo>
                <a:cubicBezTo>
                  <a:pt x="1079500" y="322812"/>
                  <a:pt x="1034012" y="368300"/>
                  <a:pt x="977901" y="368300"/>
                </a:cubicBezTo>
                <a:lnTo>
                  <a:pt x="101599" y="368300"/>
                </a:lnTo>
                <a:cubicBezTo>
                  <a:pt x="45525" y="368300"/>
                  <a:pt x="0" y="322775"/>
                  <a:pt x="0" y="2667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 w="12700">
            <a:solidFill>
              <a:srgbClr val="32FF7D">
                <a:alpha val="5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4372" y="2374900"/>
            <a:ext cx="1155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600" y="2870200"/>
            <a:ext cx="1239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functionality with topic segmentation and sentiment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258800" y="2387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 w="508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81394" y="2565400"/>
            <a:ext cx="266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93900" y="3416300"/>
            <a:ext cx="13741400" cy="1244600"/>
          </a:xfrm>
          <a:custGeom>
            <a:avLst/>
            <a:gdLst/>
            <a:ahLst/>
            <a:cxnLst/>
            <a:rect l="l" t="t" r="r" b="b"/>
            <a:pathLst>
              <a:path w="13741400" h="1244600">
                <a:moveTo>
                  <a:pt x="152401" y="0"/>
                </a:moveTo>
                <a:lnTo>
                  <a:pt x="13588999" y="0"/>
                </a:lnTo>
                <a:cubicBezTo>
                  <a:pt x="13673168" y="0"/>
                  <a:pt x="13741400" y="68232"/>
                  <a:pt x="13741400" y="152401"/>
                </a:cubicBezTo>
                <a:lnTo>
                  <a:pt x="13741400" y="1092199"/>
                </a:lnTo>
                <a:cubicBezTo>
                  <a:pt x="13741400" y="1176368"/>
                  <a:pt x="13673168" y="1244600"/>
                  <a:pt x="13588999" y="1244600"/>
                </a:cubicBezTo>
                <a:lnTo>
                  <a:pt x="152401" y="1244600"/>
                </a:lnTo>
                <a:cubicBezTo>
                  <a:pt x="68232" y="1244600"/>
                  <a:pt x="0" y="1176368"/>
                  <a:pt x="0" y="10921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9D4EDD">
                  <a:alpha val="20000"/>
                </a:srgbClr>
              </a:gs>
              <a:gs pos="100000">
                <a:srgbClr val="9D4EDD">
                  <a:alpha val="5000"/>
                </a:srgbClr>
              </a:gs>
            </a:gsLst>
            <a:lin ang="0" scaled="1"/>
          </a:gradFill>
          <a:ln w="25400">
            <a:solidFill>
              <a:srgbClr val="9D4EDD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35200" y="3657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 w="5080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6031" y="3835400"/>
            <a:ext cx="31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25800" y="3632200"/>
            <a:ext cx="1244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 RAG Chatbot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25800" y="4140200"/>
            <a:ext cx="1239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"Chat with your Audio" - Natural language querying of podcast content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700" y="4686300"/>
            <a:ext cx="13741400" cy="1244600"/>
          </a:xfrm>
          <a:custGeom>
            <a:avLst/>
            <a:gdLst/>
            <a:ahLst/>
            <a:cxnLst/>
            <a:rect l="l" t="t" r="r" b="b"/>
            <a:pathLst>
              <a:path w="13741400" h="1244600">
                <a:moveTo>
                  <a:pt x="152401" y="0"/>
                </a:moveTo>
                <a:lnTo>
                  <a:pt x="13588999" y="0"/>
                </a:lnTo>
                <a:cubicBezTo>
                  <a:pt x="13673168" y="0"/>
                  <a:pt x="13741400" y="68232"/>
                  <a:pt x="13741400" y="152401"/>
                </a:cubicBezTo>
                <a:lnTo>
                  <a:pt x="13741400" y="1092199"/>
                </a:lnTo>
                <a:cubicBezTo>
                  <a:pt x="13741400" y="1176368"/>
                  <a:pt x="13673168" y="1244600"/>
                  <a:pt x="13588999" y="1244600"/>
                </a:cubicBezTo>
                <a:lnTo>
                  <a:pt x="152401" y="1244600"/>
                </a:lnTo>
                <a:cubicBezTo>
                  <a:pt x="68232" y="1244600"/>
                  <a:pt x="0" y="1176368"/>
                  <a:pt x="0" y="10921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32FF7D">
                  <a:alpha val="5000"/>
                </a:srgbClr>
              </a:gs>
            </a:gsLst>
            <a:lin ang="0" scaled="1"/>
          </a:gradFill>
          <a:ln w="25400">
            <a:solidFill>
              <a:srgbClr val="32FF7D">
                <a:alpha val="5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600" y="4902200"/>
            <a:ext cx="1244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3: Speaker Diarization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600" y="5410200"/>
            <a:ext cx="1239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speaker identification and voice-based segmentation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258800" y="4927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 w="50800">
            <a:solidFill>
              <a:srgbClr val="32FF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55002" y="5105400"/>
            <a:ext cx="31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93900" y="5956300"/>
            <a:ext cx="13741400" cy="1244600"/>
          </a:xfrm>
          <a:custGeom>
            <a:avLst/>
            <a:gdLst/>
            <a:ahLst/>
            <a:cxnLst/>
            <a:rect l="l" t="t" r="r" b="b"/>
            <a:pathLst>
              <a:path w="13741400" h="1244600">
                <a:moveTo>
                  <a:pt x="152401" y="0"/>
                </a:moveTo>
                <a:lnTo>
                  <a:pt x="13588999" y="0"/>
                </a:lnTo>
                <a:cubicBezTo>
                  <a:pt x="13673168" y="0"/>
                  <a:pt x="13741400" y="68232"/>
                  <a:pt x="13741400" y="152401"/>
                </a:cubicBezTo>
                <a:lnTo>
                  <a:pt x="13741400" y="1092199"/>
                </a:lnTo>
                <a:cubicBezTo>
                  <a:pt x="13741400" y="1176368"/>
                  <a:pt x="13673168" y="1244600"/>
                  <a:pt x="13588999" y="1244600"/>
                </a:cubicBezTo>
                <a:lnTo>
                  <a:pt x="152401" y="1244600"/>
                </a:lnTo>
                <a:cubicBezTo>
                  <a:pt x="68232" y="1244600"/>
                  <a:pt x="0" y="1176368"/>
                  <a:pt x="0" y="10921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5000"/>
                </a:srgbClr>
              </a:gs>
            </a:gsLst>
            <a:lin ang="0" scaled="1"/>
          </a:gradFill>
          <a:ln w="25400">
            <a:solidFill>
              <a:srgbClr val="FF6B6B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35200" y="6197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6B6B">
              <a:alpha val="30196"/>
            </a:srgbClr>
          </a:solidFill>
          <a:ln w="508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7300" y="637540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25800" y="6172200"/>
            <a:ext cx="1244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4: Social Media Generator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25800" y="6680200"/>
            <a:ext cx="1239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Auto-generation of Twitter/LinkedIn posts from podcast highlights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4350" y="7423150"/>
            <a:ext cx="15227300" cy="1231900"/>
          </a:xfrm>
          <a:custGeom>
            <a:avLst/>
            <a:gdLst/>
            <a:ahLst/>
            <a:cxnLst/>
            <a:rect l="l" t="t" r="r" b="b"/>
            <a:pathLst>
              <a:path w="15227300" h="1231900">
                <a:moveTo>
                  <a:pt x="152398" y="0"/>
                </a:moveTo>
                <a:lnTo>
                  <a:pt x="15074902" y="0"/>
                </a:lnTo>
                <a:cubicBezTo>
                  <a:pt x="15159069" y="0"/>
                  <a:pt x="15227300" y="68231"/>
                  <a:pt x="15227300" y="152398"/>
                </a:cubicBezTo>
                <a:lnTo>
                  <a:pt x="15227300" y="1079502"/>
                </a:lnTo>
                <a:cubicBezTo>
                  <a:pt x="15227300" y="1163669"/>
                  <a:pt x="15159069" y="1231900"/>
                  <a:pt x="15074902" y="1231900"/>
                </a:cubicBezTo>
                <a:lnTo>
                  <a:pt x="152398" y="1231900"/>
                </a:lnTo>
                <a:cubicBezTo>
                  <a:pt x="68231" y="1231900"/>
                  <a:pt x="0" y="1163669"/>
                  <a:pt x="0" y="1079502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0D0D0D"/>
              </a:gs>
            </a:gsLst>
            <a:lin ang="0" scaled="1"/>
          </a:gra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650" y="7632700"/>
            <a:ext cx="370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2FF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Q1 2025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3100" y="8140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Release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94200" y="7632700"/>
            <a:ext cx="370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D4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Q2 2025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38650" y="8140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Chatbot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59750" y="7632700"/>
            <a:ext cx="370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9D4ED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Q3 2025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04200" y="8140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Speaker ID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925300" y="7632700"/>
            <a:ext cx="370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Q4 2025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969750" y="8140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a7633714de61998dfed9149543a315b6a221f0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380" b="1238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>
                  <a:alpha val="85000"/>
                </a:srgbClr>
              </a:gs>
              <a:gs pos="50000">
                <a:srgbClr val="1A1A1A">
                  <a:alpha val="90000"/>
                </a:srgbClr>
              </a:gs>
              <a:gs pos="100000">
                <a:srgbClr val="1A1A1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8572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2FF7D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26401" y="98425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22400" y="508000"/>
            <a:ext cx="4559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22400" y="1511300"/>
            <a:ext cx="433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2F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Audio Intelligence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2070100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2FF7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520700" y="2387600"/>
            <a:ext cx="7467600" cy="5105400"/>
          </a:xfrm>
          <a:custGeom>
            <a:avLst/>
            <a:gdLst/>
            <a:ahLst/>
            <a:cxnLst/>
            <a:rect l="l" t="t" r="r" b="b"/>
            <a:pathLst>
              <a:path w="7467600" h="5105400">
                <a:moveTo>
                  <a:pt x="152396" y="0"/>
                </a:moveTo>
                <a:lnTo>
                  <a:pt x="7315204" y="0"/>
                </a:lnTo>
                <a:cubicBezTo>
                  <a:pt x="7399370" y="0"/>
                  <a:pt x="7467600" y="68230"/>
                  <a:pt x="7467600" y="152396"/>
                </a:cubicBezTo>
                <a:lnTo>
                  <a:pt x="7467600" y="4953004"/>
                </a:lnTo>
                <a:cubicBezTo>
                  <a:pt x="7467600" y="5037170"/>
                  <a:pt x="7399370" y="5105400"/>
                  <a:pt x="7315204" y="5105400"/>
                </a:cubicBezTo>
                <a:lnTo>
                  <a:pt x="152396" y="5105400"/>
                </a:lnTo>
                <a:cubicBezTo>
                  <a:pt x="68230" y="5105400"/>
                  <a:pt x="0" y="5037170"/>
                  <a:pt x="0" y="49530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2FF7D">
                  <a:alpha val="20000"/>
                </a:srgbClr>
              </a:gs>
              <a:gs pos="100000">
                <a:srgbClr val="32FF7D">
                  <a:alpha val="5000"/>
                </a:srgbClr>
              </a:gs>
            </a:gsLst>
            <a:lin ang="2700000" scaled="1"/>
          </a:gradFill>
          <a:ln w="25400">
            <a:solidFill>
              <a:srgbClr val="32FF7D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7400" y="264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7379" y="0"/>
                </a:moveTo>
                <a:lnTo>
                  <a:pt x="274067" y="0"/>
                </a:lnTo>
                <a:cubicBezTo>
                  <a:pt x="293787" y="0"/>
                  <a:pt x="309860" y="16222"/>
                  <a:pt x="309116" y="35868"/>
                </a:cubicBezTo>
                <a:cubicBezTo>
                  <a:pt x="308967" y="39812"/>
                  <a:pt x="308818" y="43755"/>
                  <a:pt x="308595" y="47625"/>
                </a:cubicBezTo>
                <a:lnTo>
                  <a:pt x="345504" y="47625"/>
                </a:lnTo>
                <a:cubicBezTo>
                  <a:pt x="364927" y="47625"/>
                  <a:pt x="382042" y="63698"/>
                  <a:pt x="380554" y="84683"/>
                </a:cubicBezTo>
                <a:cubicBezTo>
                  <a:pt x="374972" y="161851"/>
                  <a:pt x="335533" y="204267"/>
                  <a:pt x="292745" y="226442"/>
                </a:cubicBezTo>
                <a:cubicBezTo>
                  <a:pt x="280988" y="232544"/>
                  <a:pt x="269007" y="237083"/>
                  <a:pt x="257621" y="240432"/>
                </a:cubicBezTo>
                <a:cubicBezTo>
                  <a:pt x="242590" y="261714"/>
                  <a:pt x="226963" y="272951"/>
                  <a:pt x="214536" y="278978"/>
                </a:cubicBezTo>
                <a:lnTo>
                  <a:pt x="214536" y="333375"/>
                </a:lnTo>
                <a:lnTo>
                  <a:pt x="262161" y="333375"/>
                </a:lnTo>
                <a:cubicBezTo>
                  <a:pt x="275332" y="333375"/>
                  <a:pt x="285973" y="344016"/>
                  <a:pt x="285973" y="357188"/>
                </a:cubicBezTo>
                <a:cubicBezTo>
                  <a:pt x="285973" y="370359"/>
                  <a:pt x="275332" y="381000"/>
                  <a:pt x="262161" y="381000"/>
                </a:cubicBezTo>
                <a:lnTo>
                  <a:pt x="119286" y="381000"/>
                </a:lnTo>
                <a:cubicBezTo>
                  <a:pt x="106114" y="381000"/>
                  <a:pt x="95473" y="370359"/>
                  <a:pt x="95473" y="357188"/>
                </a:cubicBezTo>
                <a:cubicBezTo>
                  <a:pt x="95473" y="344016"/>
                  <a:pt x="106114" y="333375"/>
                  <a:pt x="119286" y="333375"/>
                </a:cubicBezTo>
                <a:lnTo>
                  <a:pt x="166911" y="333375"/>
                </a:lnTo>
                <a:lnTo>
                  <a:pt x="166911" y="278978"/>
                </a:lnTo>
                <a:cubicBezTo>
                  <a:pt x="155004" y="273248"/>
                  <a:pt x="140196" y="262607"/>
                  <a:pt x="125760" y="243036"/>
                </a:cubicBezTo>
                <a:cubicBezTo>
                  <a:pt x="112068" y="239464"/>
                  <a:pt x="97185" y="234032"/>
                  <a:pt x="82674" y="225847"/>
                </a:cubicBezTo>
                <a:cubicBezTo>
                  <a:pt x="42416" y="203299"/>
                  <a:pt x="6102" y="160809"/>
                  <a:pt x="893" y="84534"/>
                </a:cubicBezTo>
                <a:cubicBezTo>
                  <a:pt x="-521" y="63624"/>
                  <a:pt x="16520" y="47551"/>
                  <a:pt x="35942" y="47551"/>
                </a:cubicBezTo>
                <a:lnTo>
                  <a:pt x="72851" y="47551"/>
                </a:lnTo>
                <a:cubicBezTo>
                  <a:pt x="72628" y="43681"/>
                  <a:pt x="72479" y="39812"/>
                  <a:pt x="72330" y="35793"/>
                </a:cubicBezTo>
                <a:cubicBezTo>
                  <a:pt x="71586" y="16073"/>
                  <a:pt x="87660" y="-74"/>
                  <a:pt x="107379" y="-74"/>
                </a:cubicBezTo>
                <a:close/>
                <a:moveTo>
                  <a:pt x="75530" y="83344"/>
                </a:moveTo>
                <a:lnTo>
                  <a:pt x="36537" y="83344"/>
                </a:lnTo>
                <a:cubicBezTo>
                  <a:pt x="41151" y="146372"/>
                  <a:pt x="70098" y="177924"/>
                  <a:pt x="99938" y="194667"/>
                </a:cubicBezTo>
                <a:cubicBezTo>
                  <a:pt x="89222" y="166911"/>
                  <a:pt x="80367" y="130671"/>
                  <a:pt x="75530" y="83344"/>
                </a:cubicBezTo>
                <a:close/>
                <a:moveTo>
                  <a:pt x="282773" y="191095"/>
                </a:moveTo>
                <a:cubicBezTo>
                  <a:pt x="312911" y="173385"/>
                  <a:pt x="340147" y="141908"/>
                  <a:pt x="344760" y="83344"/>
                </a:cubicBezTo>
                <a:lnTo>
                  <a:pt x="305842" y="83344"/>
                </a:lnTo>
                <a:cubicBezTo>
                  <a:pt x="301228" y="128662"/>
                  <a:pt x="292894" y="163860"/>
                  <a:pt x="282773" y="191095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11" name="Text 8"/>
          <p:cNvSpPr/>
          <p:nvPr/>
        </p:nvSpPr>
        <p:spPr>
          <a:xfrm>
            <a:off x="1219200" y="2603500"/>
            <a:ext cx="674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2950" y="32194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101601" y="0"/>
                </a:moveTo>
                <a:lnTo>
                  <a:pt x="6921499" y="0"/>
                </a:lnTo>
                <a:cubicBezTo>
                  <a:pt x="6977612" y="0"/>
                  <a:pt x="7023100" y="45488"/>
                  <a:pt x="7023100" y="101601"/>
                </a:cubicBezTo>
                <a:lnTo>
                  <a:pt x="7023100" y="825499"/>
                </a:lnTo>
                <a:cubicBezTo>
                  <a:pt x="7023100" y="881612"/>
                  <a:pt x="6977612" y="927100"/>
                  <a:pt x="6921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2500" y="332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30300" y="350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15" name="Text 12"/>
          <p:cNvSpPr/>
          <p:nvPr/>
        </p:nvSpPr>
        <p:spPr>
          <a:xfrm>
            <a:off x="1765300" y="3327400"/>
            <a:ext cx="509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Reduction in Analysis Time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765300" y="3733800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hours to minutes for comprehensive audio analysis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2950" y="42608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101601" y="0"/>
                </a:moveTo>
                <a:lnTo>
                  <a:pt x="6921499" y="0"/>
                </a:lnTo>
                <a:cubicBezTo>
                  <a:pt x="6977612" y="0"/>
                  <a:pt x="7023100" y="45488"/>
                  <a:pt x="7023100" y="101601"/>
                </a:cubicBezTo>
                <a:lnTo>
                  <a:pt x="7023100" y="825499"/>
                </a:lnTo>
                <a:cubicBezTo>
                  <a:pt x="7023100" y="881612"/>
                  <a:pt x="6977612" y="927100"/>
                  <a:pt x="6921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00D4FF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2500" y="436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30300" y="454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1765300" y="4368800"/>
            <a:ext cx="466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Local Processing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65300" y="4775200"/>
            <a:ext cx="463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data privacy with zero cloud dependency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42950" y="53022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101601" y="0"/>
                </a:moveTo>
                <a:lnTo>
                  <a:pt x="6921499" y="0"/>
                </a:lnTo>
                <a:cubicBezTo>
                  <a:pt x="6977612" y="0"/>
                  <a:pt x="7023100" y="45488"/>
                  <a:pt x="7023100" y="101601"/>
                </a:cubicBezTo>
                <a:lnTo>
                  <a:pt x="7023100" y="825499"/>
                </a:lnTo>
                <a:cubicBezTo>
                  <a:pt x="7023100" y="881612"/>
                  <a:pt x="6977612" y="927100"/>
                  <a:pt x="6921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9D4EDD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2500" y="541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46175" y="5588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8348" y="1240"/>
                </a:moveTo>
                <a:cubicBezTo>
                  <a:pt x="42366" y="-794"/>
                  <a:pt x="47228" y="-347"/>
                  <a:pt x="50800" y="2381"/>
                </a:cubicBezTo>
                <a:lnTo>
                  <a:pt x="209550" y="121394"/>
                </a:lnTo>
                <a:cubicBezTo>
                  <a:pt x="213668" y="124470"/>
                  <a:pt x="215305" y="129828"/>
                  <a:pt x="213717" y="134689"/>
                </a:cubicBezTo>
                <a:cubicBezTo>
                  <a:pt x="212130" y="139551"/>
                  <a:pt x="207566" y="142825"/>
                  <a:pt x="202406" y="142825"/>
                </a:cubicBezTo>
                <a:lnTo>
                  <a:pt x="126851" y="142825"/>
                </a:lnTo>
                <a:lnTo>
                  <a:pt x="170954" y="230981"/>
                </a:lnTo>
                <a:cubicBezTo>
                  <a:pt x="174873" y="238820"/>
                  <a:pt x="171698" y="248345"/>
                  <a:pt x="163860" y="252264"/>
                </a:cubicBezTo>
                <a:cubicBezTo>
                  <a:pt x="156021" y="256183"/>
                  <a:pt x="146496" y="253008"/>
                  <a:pt x="142577" y="245170"/>
                </a:cubicBezTo>
                <a:lnTo>
                  <a:pt x="98475" y="157014"/>
                </a:lnTo>
                <a:lnTo>
                  <a:pt x="53181" y="217438"/>
                </a:lnTo>
                <a:cubicBezTo>
                  <a:pt x="50105" y="221555"/>
                  <a:pt x="44748" y="223193"/>
                  <a:pt x="39886" y="221605"/>
                </a:cubicBezTo>
                <a:cubicBezTo>
                  <a:pt x="35024" y="220018"/>
                  <a:pt x="31750" y="215454"/>
                  <a:pt x="31750" y="210344"/>
                </a:cubicBezTo>
                <a:lnTo>
                  <a:pt x="31750" y="11906"/>
                </a:lnTo>
                <a:cubicBezTo>
                  <a:pt x="31750" y="7392"/>
                  <a:pt x="34280" y="3274"/>
                  <a:pt x="38348" y="124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25" name="Text 22"/>
          <p:cNvSpPr/>
          <p:nvPr/>
        </p:nvSpPr>
        <p:spPr>
          <a:xfrm>
            <a:off x="1765300" y="5410200"/>
            <a:ext cx="401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765300" y="5816600"/>
            <a:ext cx="398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visualization and exploration tools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2950" y="63436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101601" y="0"/>
                </a:moveTo>
                <a:lnTo>
                  <a:pt x="6921499" y="0"/>
                </a:lnTo>
                <a:cubicBezTo>
                  <a:pt x="6977612" y="0"/>
                  <a:pt x="7023100" y="45488"/>
                  <a:pt x="7023100" y="101601"/>
                </a:cubicBezTo>
                <a:lnTo>
                  <a:pt x="7023100" y="825499"/>
                </a:lnTo>
                <a:cubicBezTo>
                  <a:pt x="7023100" y="881612"/>
                  <a:pt x="6977612" y="927100"/>
                  <a:pt x="6921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A1A">
              <a:alpha val="60000"/>
            </a:srgbClr>
          </a:solidFill>
          <a:ln w="12700">
            <a:solidFill>
              <a:srgbClr val="32FF7D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2500" y="645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130300" y="6629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0891" y="-645"/>
                </a:moveTo>
                <a:cubicBezTo>
                  <a:pt x="132308" y="-5606"/>
                  <a:pt x="121692" y="-5606"/>
                  <a:pt x="113109" y="-645"/>
                </a:cubicBezTo>
                <a:lnTo>
                  <a:pt x="71338" y="23465"/>
                </a:lnTo>
                <a:cubicBezTo>
                  <a:pt x="62756" y="28426"/>
                  <a:pt x="57448" y="37604"/>
                  <a:pt x="57448" y="47526"/>
                </a:cubicBezTo>
                <a:lnTo>
                  <a:pt x="57448" y="98078"/>
                </a:lnTo>
                <a:lnTo>
                  <a:pt x="13643" y="123379"/>
                </a:lnTo>
                <a:cubicBezTo>
                  <a:pt x="5060" y="128339"/>
                  <a:pt x="-248" y="137517"/>
                  <a:pt x="-248" y="147439"/>
                </a:cubicBezTo>
                <a:lnTo>
                  <a:pt x="-248" y="195709"/>
                </a:lnTo>
                <a:cubicBezTo>
                  <a:pt x="-248" y="205631"/>
                  <a:pt x="5060" y="214809"/>
                  <a:pt x="13643" y="219770"/>
                </a:cubicBezTo>
                <a:lnTo>
                  <a:pt x="55463" y="243880"/>
                </a:lnTo>
                <a:cubicBezTo>
                  <a:pt x="64046" y="248841"/>
                  <a:pt x="74662" y="248841"/>
                  <a:pt x="83245" y="243880"/>
                </a:cubicBezTo>
                <a:lnTo>
                  <a:pt x="127050" y="218579"/>
                </a:lnTo>
                <a:lnTo>
                  <a:pt x="170855" y="243880"/>
                </a:lnTo>
                <a:cubicBezTo>
                  <a:pt x="179437" y="248841"/>
                  <a:pt x="190054" y="248841"/>
                  <a:pt x="198636" y="243880"/>
                </a:cubicBezTo>
                <a:lnTo>
                  <a:pt x="240357" y="219770"/>
                </a:lnTo>
                <a:cubicBezTo>
                  <a:pt x="248940" y="214809"/>
                  <a:pt x="254248" y="205631"/>
                  <a:pt x="254248" y="195709"/>
                </a:cubicBezTo>
                <a:lnTo>
                  <a:pt x="254248" y="147439"/>
                </a:lnTo>
                <a:cubicBezTo>
                  <a:pt x="254248" y="137517"/>
                  <a:pt x="248940" y="128339"/>
                  <a:pt x="240357" y="123379"/>
                </a:cubicBezTo>
                <a:lnTo>
                  <a:pt x="196552" y="98078"/>
                </a:lnTo>
                <a:lnTo>
                  <a:pt x="196552" y="47526"/>
                </a:lnTo>
                <a:cubicBezTo>
                  <a:pt x="196552" y="37604"/>
                  <a:pt x="191244" y="28426"/>
                  <a:pt x="182662" y="23465"/>
                </a:cubicBezTo>
                <a:lnTo>
                  <a:pt x="140891" y="-645"/>
                </a:lnTo>
                <a:close/>
                <a:moveTo>
                  <a:pt x="115094" y="145157"/>
                </a:moveTo>
                <a:lnTo>
                  <a:pt x="115094" y="197991"/>
                </a:lnTo>
                <a:lnTo>
                  <a:pt x="71289" y="223292"/>
                </a:lnTo>
                <a:cubicBezTo>
                  <a:pt x="70693" y="223639"/>
                  <a:pt x="69999" y="223838"/>
                  <a:pt x="69304" y="223838"/>
                </a:cubicBezTo>
                <a:lnTo>
                  <a:pt x="69304" y="171599"/>
                </a:lnTo>
                <a:lnTo>
                  <a:pt x="115094" y="145157"/>
                </a:lnTo>
                <a:close/>
                <a:moveTo>
                  <a:pt x="229890" y="145455"/>
                </a:moveTo>
                <a:cubicBezTo>
                  <a:pt x="230237" y="146050"/>
                  <a:pt x="230436" y="146745"/>
                  <a:pt x="230436" y="147439"/>
                </a:cubicBezTo>
                <a:lnTo>
                  <a:pt x="230436" y="195709"/>
                </a:lnTo>
                <a:cubicBezTo>
                  <a:pt x="230436" y="197148"/>
                  <a:pt x="229691" y="198438"/>
                  <a:pt x="228451" y="199132"/>
                </a:cubicBezTo>
                <a:lnTo>
                  <a:pt x="186630" y="223242"/>
                </a:lnTo>
                <a:cubicBezTo>
                  <a:pt x="186035" y="223589"/>
                  <a:pt x="185341" y="223788"/>
                  <a:pt x="184646" y="223788"/>
                </a:cubicBezTo>
                <a:lnTo>
                  <a:pt x="184646" y="171549"/>
                </a:lnTo>
                <a:lnTo>
                  <a:pt x="229890" y="145455"/>
                </a:lnTo>
                <a:close/>
                <a:moveTo>
                  <a:pt x="172789" y="47526"/>
                </a:moveTo>
                <a:lnTo>
                  <a:pt x="172789" y="98078"/>
                </a:lnTo>
                <a:lnTo>
                  <a:pt x="127000" y="124520"/>
                </a:lnTo>
                <a:lnTo>
                  <a:pt x="127000" y="71686"/>
                </a:lnTo>
                <a:lnTo>
                  <a:pt x="172244" y="45591"/>
                </a:lnTo>
                <a:cubicBezTo>
                  <a:pt x="172591" y="46186"/>
                  <a:pt x="172789" y="46881"/>
                  <a:pt x="172789" y="47575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30" name="Text 27"/>
          <p:cNvSpPr/>
          <p:nvPr/>
        </p:nvSpPr>
        <p:spPr>
          <a:xfrm>
            <a:off x="1765300" y="6451600"/>
            <a:ext cx="391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765300" y="685800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 design for easy feature additions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267700" y="2387600"/>
            <a:ext cx="7467600" cy="5105400"/>
          </a:xfrm>
          <a:custGeom>
            <a:avLst/>
            <a:gdLst/>
            <a:ahLst/>
            <a:cxnLst/>
            <a:rect l="l" t="t" r="r" b="b"/>
            <a:pathLst>
              <a:path w="7467600" h="5105400">
                <a:moveTo>
                  <a:pt x="152396" y="0"/>
                </a:moveTo>
                <a:lnTo>
                  <a:pt x="7315204" y="0"/>
                </a:lnTo>
                <a:cubicBezTo>
                  <a:pt x="7399370" y="0"/>
                  <a:pt x="7467600" y="68230"/>
                  <a:pt x="7467600" y="152396"/>
                </a:cubicBezTo>
                <a:lnTo>
                  <a:pt x="7467600" y="4953004"/>
                </a:lnTo>
                <a:cubicBezTo>
                  <a:pt x="7467600" y="5037170"/>
                  <a:pt x="7399370" y="5105400"/>
                  <a:pt x="7315204" y="5105400"/>
                </a:cubicBezTo>
                <a:lnTo>
                  <a:pt x="152396" y="5105400"/>
                </a:lnTo>
                <a:cubicBezTo>
                  <a:pt x="68230" y="5105400"/>
                  <a:pt x="0" y="5037170"/>
                  <a:pt x="0" y="49530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5000"/>
                </a:srgbClr>
              </a:gs>
            </a:gsLst>
            <a:lin ang="2700000" scaled="1"/>
          </a:gradFill>
          <a:ln w="25400">
            <a:solidFill>
              <a:srgbClr val="00D4FF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86775" y="26416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4" name="Text 31"/>
          <p:cNvSpPr/>
          <p:nvPr/>
        </p:nvSpPr>
        <p:spPr>
          <a:xfrm>
            <a:off x="8966200" y="2603500"/>
            <a:ext cx="674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&amp; Applications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489950" y="32194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101601" y="0"/>
                </a:moveTo>
                <a:lnTo>
                  <a:pt x="6921499" y="0"/>
                </a:lnTo>
                <a:cubicBezTo>
                  <a:pt x="6977612" y="0"/>
                  <a:pt x="7023100" y="45488"/>
                  <a:pt x="7023100" y="101601"/>
                </a:cubicBezTo>
                <a:lnTo>
                  <a:pt x="7023100" y="825499"/>
                </a:lnTo>
                <a:cubicBezTo>
                  <a:pt x="7023100" y="881612"/>
                  <a:pt x="6977612" y="927100"/>
                  <a:pt x="6921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99500" y="337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D4FF">
              <a:alpha val="3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8909050" y="3556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95250" y="0"/>
                </a:moveTo>
                <a:cubicBezTo>
                  <a:pt x="68957" y="0"/>
                  <a:pt x="47625" y="21332"/>
                  <a:pt x="47625" y="47625"/>
                </a:cubicBezTo>
                <a:lnTo>
                  <a:pt x="47625" y="111125"/>
                </a:lnTo>
                <a:cubicBezTo>
                  <a:pt x="47625" y="137418"/>
                  <a:pt x="68957" y="158750"/>
                  <a:pt x="95250" y="158750"/>
                </a:cubicBezTo>
                <a:cubicBezTo>
                  <a:pt x="121543" y="158750"/>
                  <a:pt x="142875" y="137418"/>
                  <a:pt x="142875" y="111125"/>
                </a:cubicBezTo>
                <a:lnTo>
                  <a:pt x="142875" y="47625"/>
                </a:lnTo>
                <a:cubicBezTo>
                  <a:pt x="142875" y="21332"/>
                  <a:pt x="121543" y="0"/>
                  <a:pt x="95250" y="0"/>
                </a:cubicBezTo>
                <a:close/>
                <a:moveTo>
                  <a:pt x="23812" y="91281"/>
                </a:moveTo>
                <a:cubicBezTo>
                  <a:pt x="23812" y="84683"/>
                  <a:pt x="18504" y="79375"/>
                  <a:pt x="11906" y="79375"/>
                </a:cubicBezTo>
                <a:cubicBezTo>
                  <a:pt x="5308" y="79375"/>
                  <a:pt x="0" y="84683"/>
                  <a:pt x="0" y="91281"/>
                </a:cubicBezTo>
                <a:lnTo>
                  <a:pt x="0" y="111125"/>
                </a:lnTo>
                <a:cubicBezTo>
                  <a:pt x="0" y="159693"/>
                  <a:pt x="36364" y="199777"/>
                  <a:pt x="83344" y="205631"/>
                </a:cubicBezTo>
                <a:lnTo>
                  <a:pt x="83344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30969" y="254000"/>
                </a:lnTo>
                <a:cubicBezTo>
                  <a:pt x="137567" y="254000"/>
                  <a:pt x="142875" y="248692"/>
                  <a:pt x="142875" y="242094"/>
                </a:cubicBezTo>
                <a:cubicBezTo>
                  <a:pt x="142875" y="235496"/>
                  <a:pt x="137567" y="230188"/>
                  <a:pt x="130969" y="230188"/>
                </a:cubicBezTo>
                <a:lnTo>
                  <a:pt x="107156" y="230188"/>
                </a:lnTo>
                <a:lnTo>
                  <a:pt x="107156" y="205631"/>
                </a:lnTo>
                <a:cubicBezTo>
                  <a:pt x="154136" y="199777"/>
                  <a:pt x="190500" y="159693"/>
                  <a:pt x="190500" y="111125"/>
                </a:cubicBezTo>
                <a:lnTo>
                  <a:pt x="190500" y="91281"/>
                </a:lnTo>
                <a:cubicBezTo>
                  <a:pt x="190500" y="84683"/>
                  <a:pt x="185192" y="79375"/>
                  <a:pt x="178594" y="79375"/>
                </a:cubicBezTo>
                <a:cubicBezTo>
                  <a:pt x="171996" y="79375"/>
                  <a:pt x="166688" y="84683"/>
                  <a:pt x="166688" y="91281"/>
                </a:cubicBezTo>
                <a:lnTo>
                  <a:pt x="166688" y="111125"/>
                </a:lnTo>
                <a:cubicBezTo>
                  <a:pt x="166688" y="150564"/>
                  <a:pt x="134689" y="182563"/>
                  <a:pt x="95250" y="182563"/>
                </a:cubicBezTo>
                <a:cubicBezTo>
                  <a:pt x="55811" y="182563"/>
                  <a:pt x="23812" y="150564"/>
                  <a:pt x="23812" y="111125"/>
                </a:cubicBezTo>
                <a:lnTo>
                  <a:pt x="23812" y="91281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8" name="Text 35"/>
          <p:cNvSpPr/>
          <p:nvPr/>
        </p:nvSpPr>
        <p:spPr>
          <a:xfrm>
            <a:off x="9461500" y="3378200"/>
            <a:ext cx="269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Creators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461500" y="37338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Podcast analysis and optimization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489950" y="42608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101601" y="0"/>
                </a:moveTo>
                <a:lnTo>
                  <a:pt x="6921499" y="0"/>
                </a:lnTo>
                <a:cubicBezTo>
                  <a:pt x="6977612" y="0"/>
                  <a:pt x="7023100" y="45488"/>
                  <a:pt x="7023100" y="101601"/>
                </a:cubicBezTo>
                <a:lnTo>
                  <a:pt x="7023100" y="825499"/>
                </a:lnTo>
                <a:cubicBezTo>
                  <a:pt x="7023100" y="881612"/>
                  <a:pt x="6977612" y="927100"/>
                  <a:pt x="6921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D4EDD">
              <a:alpha val="10196"/>
            </a:srgbClr>
          </a:solidFill>
          <a:ln w="12700">
            <a:solidFill>
              <a:srgbClr val="9D4EDD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699500" y="441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D4EDD">
              <a:alpha val="30196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8877300" y="4597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43" name="Text 40"/>
          <p:cNvSpPr/>
          <p:nvPr/>
        </p:nvSpPr>
        <p:spPr>
          <a:xfrm>
            <a:off x="9461500" y="4419600"/>
            <a:ext cx="250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Researchers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461500" y="4775200"/>
            <a:ext cx="247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and market research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489950" y="53022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101601" y="0"/>
                </a:moveTo>
                <a:lnTo>
                  <a:pt x="6921499" y="0"/>
                </a:lnTo>
                <a:cubicBezTo>
                  <a:pt x="6977612" y="0"/>
                  <a:pt x="7023100" y="45488"/>
                  <a:pt x="7023100" y="101601"/>
                </a:cubicBezTo>
                <a:lnTo>
                  <a:pt x="7023100" y="825499"/>
                </a:lnTo>
                <a:cubicBezTo>
                  <a:pt x="7023100" y="881612"/>
                  <a:pt x="6977612" y="927100"/>
                  <a:pt x="6921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2FF7D">
              <a:alpha val="10196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699500" y="546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FF7D">
              <a:alpha val="3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8861425" y="5638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12" y="97135"/>
                </a:moveTo>
                <a:lnTo>
                  <a:pt x="127595" y="139849"/>
                </a:lnTo>
                <a:cubicBezTo>
                  <a:pt x="132457" y="141833"/>
                  <a:pt x="137616" y="142875"/>
                  <a:pt x="142875" y="142875"/>
                </a:cubicBezTo>
                <a:cubicBezTo>
                  <a:pt x="148134" y="142875"/>
                  <a:pt x="153293" y="141833"/>
                  <a:pt x="158155" y="139849"/>
                </a:cubicBezTo>
                <a:lnTo>
                  <a:pt x="278408" y="90339"/>
                </a:lnTo>
                <a:cubicBezTo>
                  <a:pt x="282873" y="88503"/>
                  <a:pt x="285750" y="84187"/>
                  <a:pt x="285750" y="79375"/>
                </a:cubicBezTo>
                <a:cubicBezTo>
                  <a:pt x="285750" y="74563"/>
                  <a:pt x="282873" y="70247"/>
                  <a:pt x="278408" y="68411"/>
                </a:cubicBezTo>
                <a:lnTo>
                  <a:pt x="158155" y="18901"/>
                </a:lnTo>
                <a:cubicBezTo>
                  <a:pt x="153293" y="16917"/>
                  <a:pt x="148134" y="15875"/>
                  <a:pt x="142875" y="15875"/>
                </a:cubicBezTo>
                <a:cubicBezTo>
                  <a:pt x="137616" y="15875"/>
                  <a:pt x="132457" y="16917"/>
                  <a:pt x="127595" y="18901"/>
                </a:cubicBezTo>
                <a:lnTo>
                  <a:pt x="7342" y="68411"/>
                </a:lnTo>
                <a:cubicBezTo>
                  <a:pt x="2877" y="70247"/>
                  <a:pt x="0" y="74563"/>
                  <a:pt x="0" y="79375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cubicBezTo>
                  <a:pt x="18504" y="238125"/>
                  <a:pt x="23812" y="232817"/>
                  <a:pt x="23812" y="226219"/>
                </a:cubicBezTo>
                <a:lnTo>
                  <a:pt x="23812" y="97135"/>
                </a:lnTo>
                <a:close/>
                <a:moveTo>
                  <a:pt x="47625" y="132705"/>
                </a:moveTo>
                <a:lnTo>
                  <a:pt x="47625" y="190500"/>
                </a:lnTo>
                <a:cubicBezTo>
                  <a:pt x="47625" y="216793"/>
                  <a:pt x="90289" y="238125"/>
                  <a:pt x="142875" y="238125"/>
                </a:cubicBezTo>
                <a:cubicBezTo>
                  <a:pt x="195461" y="238125"/>
                  <a:pt x="238125" y="216793"/>
                  <a:pt x="238125" y="190500"/>
                </a:cubicBezTo>
                <a:lnTo>
                  <a:pt x="238125" y="132655"/>
                </a:lnTo>
                <a:lnTo>
                  <a:pt x="167233" y="161875"/>
                </a:lnTo>
                <a:cubicBezTo>
                  <a:pt x="159494" y="165050"/>
                  <a:pt x="151259" y="166687"/>
                  <a:pt x="142875" y="166687"/>
                </a:cubicBezTo>
                <a:cubicBezTo>
                  <a:pt x="134491" y="166687"/>
                  <a:pt x="126256" y="165050"/>
                  <a:pt x="118517" y="161875"/>
                </a:cubicBezTo>
                <a:lnTo>
                  <a:pt x="47625" y="132655"/>
                </a:ln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48" name="Text 45"/>
          <p:cNvSpPr/>
          <p:nvPr/>
        </p:nvSpPr>
        <p:spPr>
          <a:xfrm>
            <a:off x="9461500" y="5461000"/>
            <a:ext cx="278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9461500" y="5816600"/>
            <a:ext cx="275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analytics and accessibility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14350" y="7664450"/>
            <a:ext cx="15227300" cy="1358900"/>
          </a:xfrm>
          <a:custGeom>
            <a:avLst/>
            <a:gdLst/>
            <a:ahLst/>
            <a:cxnLst/>
            <a:rect l="l" t="t" r="r" b="b"/>
            <a:pathLst>
              <a:path w="15227300" h="1358900">
                <a:moveTo>
                  <a:pt x="152401" y="0"/>
                </a:moveTo>
                <a:lnTo>
                  <a:pt x="15074899" y="0"/>
                </a:lnTo>
                <a:cubicBezTo>
                  <a:pt x="15159068" y="0"/>
                  <a:pt x="15227300" y="68232"/>
                  <a:pt x="15227300" y="152401"/>
                </a:cubicBezTo>
                <a:lnTo>
                  <a:pt x="15227300" y="1206499"/>
                </a:lnTo>
                <a:cubicBezTo>
                  <a:pt x="15227300" y="1290668"/>
                  <a:pt x="15159068" y="1358900"/>
                  <a:pt x="15074899" y="1358900"/>
                </a:cubicBezTo>
                <a:lnTo>
                  <a:pt x="152401" y="1358900"/>
                </a:lnTo>
                <a:cubicBezTo>
                  <a:pt x="68232" y="1358900"/>
                  <a:pt x="0" y="1290668"/>
                  <a:pt x="0" y="1206499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A1A"/>
              </a:gs>
              <a:gs pos="100000">
                <a:srgbClr val="0D0D0D"/>
              </a:gs>
            </a:gsLst>
            <a:lin ang="0" scaled="1"/>
          </a:gra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2000" y="8013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2" name="Text 49"/>
          <p:cNvSpPr/>
          <p:nvPr/>
        </p:nvSpPr>
        <p:spPr>
          <a:xfrm>
            <a:off x="1104900" y="7962900"/>
            <a:ext cx="340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in Touch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23900" y="842010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 Collaborations? Let's connect!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094472" y="7880350"/>
            <a:ext cx="3848100" cy="927100"/>
          </a:xfrm>
          <a:custGeom>
            <a:avLst/>
            <a:gdLst/>
            <a:ahLst/>
            <a:cxnLst/>
            <a:rect l="l" t="t" r="r" b="b"/>
            <a:pathLst>
              <a:path w="3848100" h="927100">
                <a:moveTo>
                  <a:pt x="101601" y="0"/>
                </a:moveTo>
                <a:lnTo>
                  <a:pt x="3746499" y="0"/>
                </a:lnTo>
                <a:cubicBezTo>
                  <a:pt x="3802612" y="0"/>
                  <a:pt x="3848100" y="45488"/>
                  <a:pt x="3848100" y="101601"/>
                </a:cubicBezTo>
                <a:lnTo>
                  <a:pt x="3848100" y="825499"/>
                </a:lnTo>
                <a:cubicBezTo>
                  <a:pt x="3848100" y="881612"/>
                  <a:pt x="3802612" y="927100"/>
                  <a:pt x="37464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D4FF">
              <a:alpha val="10196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92922" y="819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6" name="Text 53"/>
          <p:cNvSpPr/>
          <p:nvPr/>
        </p:nvSpPr>
        <p:spPr>
          <a:xfrm>
            <a:off x="7939022" y="8039100"/>
            <a:ext cx="283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70" kern="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939022" y="8293100"/>
            <a:ext cx="285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farrakhnizam90@gmail.com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1357108" y="7880350"/>
            <a:ext cx="4165600" cy="927100"/>
          </a:xfrm>
          <a:custGeom>
            <a:avLst/>
            <a:gdLst/>
            <a:ahLst/>
            <a:cxnLst/>
            <a:rect l="l" t="t" r="r" b="b"/>
            <a:pathLst>
              <a:path w="4165600" h="927100">
                <a:moveTo>
                  <a:pt x="101601" y="0"/>
                </a:moveTo>
                <a:lnTo>
                  <a:pt x="4063999" y="0"/>
                </a:lnTo>
                <a:cubicBezTo>
                  <a:pt x="4120112" y="0"/>
                  <a:pt x="4165600" y="45488"/>
                  <a:pt x="4165600" y="101601"/>
                </a:cubicBezTo>
                <a:lnTo>
                  <a:pt x="4165600" y="825499"/>
                </a:lnTo>
                <a:cubicBezTo>
                  <a:pt x="4165600" y="881612"/>
                  <a:pt x="4120112" y="927100"/>
                  <a:pt x="4063999" y="927100"/>
                </a:cubicBezTo>
                <a:lnTo>
                  <a:pt x="101601" y="927100"/>
                </a:lnTo>
                <a:cubicBezTo>
                  <a:pt x="45488" y="927100"/>
                  <a:pt x="0" y="881612"/>
                  <a:pt x="0" y="8254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2FF7D">
              <a:alpha val="10196"/>
            </a:srgbClr>
          </a:solidFill>
          <a:ln w="12700">
            <a:solidFill>
              <a:srgbClr val="32FF7D">
                <a:alpha val="4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1655558" y="819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3525" y="236577"/>
                </a:moveTo>
                <a:cubicBezTo>
                  <a:pt x="103525" y="237768"/>
                  <a:pt x="102156" y="238720"/>
                  <a:pt x="100429" y="238720"/>
                </a:cubicBezTo>
                <a:cubicBezTo>
                  <a:pt x="98465" y="238899"/>
                  <a:pt x="97095" y="237946"/>
                  <a:pt x="97095" y="236577"/>
                </a:cubicBezTo>
                <a:cubicBezTo>
                  <a:pt x="97095" y="235387"/>
                  <a:pt x="98465" y="234434"/>
                  <a:pt x="100191" y="234434"/>
                </a:cubicBezTo>
                <a:cubicBezTo>
                  <a:pt x="101977" y="234255"/>
                  <a:pt x="103525" y="235208"/>
                  <a:pt x="103525" y="236577"/>
                </a:cubicBezTo>
                <a:close/>
                <a:moveTo>
                  <a:pt x="85011" y="233898"/>
                </a:moveTo>
                <a:cubicBezTo>
                  <a:pt x="84594" y="235089"/>
                  <a:pt x="85785" y="236458"/>
                  <a:pt x="87570" y="236815"/>
                </a:cubicBezTo>
                <a:cubicBezTo>
                  <a:pt x="89118" y="237411"/>
                  <a:pt x="90904" y="236815"/>
                  <a:pt x="91261" y="235625"/>
                </a:cubicBezTo>
                <a:cubicBezTo>
                  <a:pt x="91619" y="234434"/>
                  <a:pt x="90488" y="233065"/>
                  <a:pt x="88702" y="232529"/>
                </a:cubicBezTo>
                <a:cubicBezTo>
                  <a:pt x="87154" y="232112"/>
                  <a:pt x="85427" y="232708"/>
                  <a:pt x="85011" y="233898"/>
                </a:cubicBezTo>
                <a:close/>
                <a:moveTo>
                  <a:pt x="111323" y="232886"/>
                </a:moveTo>
                <a:cubicBezTo>
                  <a:pt x="109597" y="233303"/>
                  <a:pt x="108406" y="234434"/>
                  <a:pt x="108585" y="235803"/>
                </a:cubicBezTo>
                <a:cubicBezTo>
                  <a:pt x="108764" y="236994"/>
                  <a:pt x="110311" y="237768"/>
                  <a:pt x="112097" y="237351"/>
                </a:cubicBezTo>
                <a:cubicBezTo>
                  <a:pt x="113824" y="236934"/>
                  <a:pt x="115014" y="235803"/>
                  <a:pt x="114836" y="234613"/>
                </a:cubicBezTo>
                <a:cubicBezTo>
                  <a:pt x="114657" y="233482"/>
                  <a:pt x="113050" y="232708"/>
                  <a:pt x="111323" y="232886"/>
                </a:cubicBezTo>
                <a:close/>
                <a:moveTo>
                  <a:pt x="150495" y="4763"/>
                </a:moveTo>
                <a:cubicBezTo>
                  <a:pt x="67925" y="4763"/>
                  <a:pt x="4763" y="67449"/>
                  <a:pt x="4763" y="150019"/>
                </a:cubicBezTo>
                <a:cubicBezTo>
                  <a:pt x="4763" y="216039"/>
                  <a:pt x="46315" y="272534"/>
                  <a:pt x="105668" y="292418"/>
                </a:cubicBezTo>
                <a:cubicBezTo>
                  <a:pt x="113288" y="293787"/>
                  <a:pt x="115967" y="289084"/>
                  <a:pt x="115967" y="285214"/>
                </a:cubicBezTo>
                <a:cubicBezTo>
                  <a:pt x="115967" y="281523"/>
                  <a:pt x="115788" y="261164"/>
                  <a:pt x="115788" y="248662"/>
                </a:cubicBezTo>
                <a:cubicBezTo>
                  <a:pt x="115788" y="248662"/>
                  <a:pt x="74116" y="257592"/>
                  <a:pt x="65365" y="230922"/>
                </a:cubicBezTo>
                <a:cubicBezTo>
                  <a:pt x="65365" y="230922"/>
                  <a:pt x="58579" y="213598"/>
                  <a:pt x="48816" y="209133"/>
                </a:cubicBezTo>
                <a:cubicBezTo>
                  <a:pt x="48816" y="209133"/>
                  <a:pt x="35183" y="199787"/>
                  <a:pt x="49768" y="199965"/>
                </a:cubicBezTo>
                <a:cubicBezTo>
                  <a:pt x="49768" y="199965"/>
                  <a:pt x="64591" y="201156"/>
                  <a:pt x="72747" y="215325"/>
                </a:cubicBezTo>
                <a:cubicBezTo>
                  <a:pt x="85785" y="238304"/>
                  <a:pt x="107633" y="231696"/>
                  <a:pt x="116145" y="227767"/>
                </a:cubicBezTo>
                <a:cubicBezTo>
                  <a:pt x="117515" y="218242"/>
                  <a:pt x="121384" y="211634"/>
                  <a:pt x="125670" y="207705"/>
                </a:cubicBezTo>
                <a:cubicBezTo>
                  <a:pt x="92393" y="204014"/>
                  <a:pt x="58817" y="199192"/>
                  <a:pt x="58817" y="141923"/>
                </a:cubicBezTo>
                <a:cubicBezTo>
                  <a:pt x="58817" y="125551"/>
                  <a:pt x="63341" y="117336"/>
                  <a:pt x="72866" y="106859"/>
                </a:cubicBezTo>
                <a:cubicBezTo>
                  <a:pt x="71318" y="102989"/>
                  <a:pt x="66258" y="87035"/>
                  <a:pt x="74414" y="66437"/>
                </a:cubicBezTo>
                <a:cubicBezTo>
                  <a:pt x="86856" y="62567"/>
                  <a:pt x="115491" y="82510"/>
                  <a:pt x="115491" y="82510"/>
                </a:cubicBezTo>
                <a:cubicBezTo>
                  <a:pt x="127397" y="79177"/>
                  <a:pt x="140196" y="77450"/>
                  <a:pt x="152876" y="77450"/>
                </a:cubicBezTo>
                <a:cubicBezTo>
                  <a:pt x="165556" y="77450"/>
                  <a:pt x="178356" y="79177"/>
                  <a:pt x="190262" y="82510"/>
                </a:cubicBezTo>
                <a:cubicBezTo>
                  <a:pt x="190262" y="82510"/>
                  <a:pt x="218896" y="62508"/>
                  <a:pt x="231338" y="66437"/>
                </a:cubicBezTo>
                <a:cubicBezTo>
                  <a:pt x="239494" y="87094"/>
                  <a:pt x="234434" y="102989"/>
                  <a:pt x="232886" y="106859"/>
                </a:cubicBezTo>
                <a:cubicBezTo>
                  <a:pt x="242411" y="117396"/>
                  <a:pt x="248245" y="125611"/>
                  <a:pt x="248245" y="141923"/>
                </a:cubicBezTo>
                <a:cubicBezTo>
                  <a:pt x="248245" y="199370"/>
                  <a:pt x="213181" y="203954"/>
                  <a:pt x="179903" y="207705"/>
                </a:cubicBezTo>
                <a:cubicBezTo>
                  <a:pt x="185380" y="212407"/>
                  <a:pt x="190024" y="221337"/>
                  <a:pt x="190024" y="235327"/>
                </a:cubicBezTo>
                <a:cubicBezTo>
                  <a:pt x="190024" y="255389"/>
                  <a:pt x="189845" y="280214"/>
                  <a:pt x="189845" y="285095"/>
                </a:cubicBezTo>
                <a:cubicBezTo>
                  <a:pt x="189845" y="288965"/>
                  <a:pt x="192584" y="293668"/>
                  <a:pt x="200144" y="292298"/>
                </a:cubicBezTo>
                <a:cubicBezTo>
                  <a:pt x="259675" y="272534"/>
                  <a:pt x="300038" y="216039"/>
                  <a:pt x="300038" y="150019"/>
                </a:cubicBezTo>
                <a:cubicBezTo>
                  <a:pt x="300038" y="67449"/>
                  <a:pt x="233065" y="4763"/>
                  <a:pt x="150495" y="4763"/>
                </a:cubicBezTo>
                <a:close/>
                <a:moveTo>
                  <a:pt x="62627" y="210086"/>
                </a:moveTo>
                <a:cubicBezTo>
                  <a:pt x="61853" y="210681"/>
                  <a:pt x="62032" y="212050"/>
                  <a:pt x="63044" y="213181"/>
                </a:cubicBezTo>
                <a:cubicBezTo>
                  <a:pt x="63996" y="214134"/>
                  <a:pt x="65365" y="214551"/>
                  <a:pt x="66139" y="213777"/>
                </a:cubicBezTo>
                <a:cubicBezTo>
                  <a:pt x="66913" y="213181"/>
                  <a:pt x="66735" y="211812"/>
                  <a:pt x="65723" y="210681"/>
                </a:cubicBezTo>
                <a:cubicBezTo>
                  <a:pt x="64770" y="209729"/>
                  <a:pt x="63401" y="209312"/>
                  <a:pt x="62627" y="210086"/>
                </a:cubicBezTo>
                <a:close/>
                <a:moveTo>
                  <a:pt x="56198" y="205264"/>
                </a:moveTo>
                <a:cubicBezTo>
                  <a:pt x="55781" y="206038"/>
                  <a:pt x="56376" y="206990"/>
                  <a:pt x="57567" y="207585"/>
                </a:cubicBezTo>
                <a:cubicBezTo>
                  <a:pt x="58519" y="208181"/>
                  <a:pt x="59710" y="208002"/>
                  <a:pt x="60127" y="207169"/>
                </a:cubicBezTo>
                <a:cubicBezTo>
                  <a:pt x="60543" y="206395"/>
                  <a:pt x="59948" y="205442"/>
                  <a:pt x="58757" y="204847"/>
                </a:cubicBezTo>
                <a:cubicBezTo>
                  <a:pt x="57567" y="204490"/>
                  <a:pt x="56614" y="204668"/>
                  <a:pt x="56198" y="205264"/>
                </a:cubicBezTo>
                <a:close/>
                <a:moveTo>
                  <a:pt x="75486" y="226457"/>
                </a:moveTo>
                <a:cubicBezTo>
                  <a:pt x="74533" y="227231"/>
                  <a:pt x="74890" y="229017"/>
                  <a:pt x="76260" y="230148"/>
                </a:cubicBezTo>
                <a:cubicBezTo>
                  <a:pt x="77629" y="231517"/>
                  <a:pt x="79355" y="231696"/>
                  <a:pt x="80129" y="230743"/>
                </a:cubicBezTo>
                <a:cubicBezTo>
                  <a:pt x="80903" y="229969"/>
                  <a:pt x="80546" y="228183"/>
                  <a:pt x="79355" y="227052"/>
                </a:cubicBezTo>
                <a:cubicBezTo>
                  <a:pt x="78045" y="225683"/>
                  <a:pt x="76260" y="225504"/>
                  <a:pt x="75486" y="226457"/>
                </a:cubicBezTo>
                <a:close/>
                <a:moveTo>
                  <a:pt x="68699" y="217706"/>
                </a:moveTo>
                <a:cubicBezTo>
                  <a:pt x="67747" y="218301"/>
                  <a:pt x="67747" y="219849"/>
                  <a:pt x="68699" y="221218"/>
                </a:cubicBezTo>
                <a:cubicBezTo>
                  <a:pt x="69652" y="222587"/>
                  <a:pt x="71259" y="223183"/>
                  <a:pt x="72033" y="222587"/>
                </a:cubicBezTo>
                <a:cubicBezTo>
                  <a:pt x="72985" y="221813"/>
                  <a:pt x="72985" y="220266"/>
                  <a:pt x="72033" y="218896"/>
                </a:cubicBezTo>
                <a:cubicBezTo>
                  <a:pt x="71199" y="217527"/>
                  <a:pt x="69652" y="216932"/>
                  <a:pt x="68699" y="217706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60" name="Text 57"/>
          <p:cNvSpPr/>
          <p:nvPr/>
        </p:nvSpPr>
        <p:spPr>
          <a:xfrm>
            <a:off x="12201658" y="80391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70" kern="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12201658" y="82931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github.com/mohdfarrakhnizam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508000" y="933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3" name="Shape 60"/>
          <p:cNvSpPr/>
          <p:nvPr/>
        </p:nvSpPr>
        <p:spPr>
          <a:xfrm>
            <a:off x="812800" y="933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D4EDD"/>
          </a:solidFill>
          <a:ln/>
        </p:spPr>
      </p:sp>
      <p:sp>
        <p:nvSpPr>
          <p:cNvPr id="64" name="Shape 61"/>
          <p:cNvSpPr/>
          <p:nvPr/>
        </p:nvSpPr>
        <p:spPr>
          <a:xfrm>
            <a:off x="1117600" y="933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2FF7D"/>
          </a:solidFill>
          <a:ln/>
        </p:spPr>
      </p:sp>
      <p:sp>
        <p:nvSpPr>
          <p:cNvPr id="65" name="Text 62"/>
          <p:cNvSpPr/>
          <p:nvPr/>
        </p:nvSpPr>
        <p:spPr>
          <a:xfrm>
            <a:off x="7136673" y="92329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You! 🙏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14593160" y="92583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Podcast AI Analytics Dashboard</dc:title>
  <dc:subject>Podcast AI Analytics Dashboard</dc:subject>
  <dc:creator>Kimi</dc:creator>
  <cp:lastModifiedBy>Kimi</cp:lastModifiedBy>
  <cp:revision>1</cp:revision>
  <dcterms:created xsi:type="dcterms:W3CDTF">2026-01-21T10:55:38Z</dcterms:created>
  <dcterms:modified xsi:type="dcterms:W3CDTF">2026-01-21T10:55:38Z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{"Label":"Podcast AI Analytics Dashboard","ContentProducer":"001191110108MACG2KBH8F10000","ProduceID":"","ReservedCode1":"","ContentPropagator":"001191110108MACG2KBH8F20000","PropagateID":"","ReservedCode2":""}</vt:lpwstr>
  </property>
</Properties>
</file>